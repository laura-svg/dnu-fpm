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57" r:id="rId22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1941F9-4DD6-417B-BD0E-E1E48DF997F1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05B3B20C-1088-43CE-8661-64A9B9C1DE75}">
      <dgm:prSet/>
      <dgm:spPr/>
      <dgm:t>
        <a:bodyPr/>
        <a:lstStyle/>
        <a:p>
          <a:r>
            <a:rPr lang="uk-UA" dirty="0"/>
            <a:t>Забезпечення взаємозв'язку між бізнес-цілями та інформаційними технологіями</a:t>
          </a:r>
          <a:endParaRPr lang="en-US" dirty="0"/>
        </a:p>
      </dgm:t>
    </dgm:pt>
    <dgm:pt modelId="{1974308E-E646-44F4-B1A9-99B41E65CE27}" type="parTrans" cxnId="{2BBB2C40-4DA3-4D7D-9DCC-DF9BD13DB319}">
      <dgm:prSet/>
      <dgm:spPr/>
      <dgm:t>
        <a:bodyPr/>
        <a:lstStyle/>
        <a:p>
          <a:endParaRPr lang="en-US"/>
        </a:p>
      </dgm:t>
    </dgm:pt>
    <dgm:pt modelId="{6AC10838-A2BE-4177-896D-7047C94CD206}" type="sibTrans" cxnId="{2BBB2C40-4DA3-4D7D-9DCC-DF9BD13DB319}">
      <dgm:prSet/>
      <dgm:spPr/>
      <dgm:t>
        <a:bodyPr/>
        <a:lstStyle/>
        <a:p>
          <a:endParaRPr lang="en-US"/>
        </a:p>
      </dgm:t>
    </dgm:pt>
    <dgm:pt modelId="{61B3226B-C19C-48C0-948E-C1130515AFAC}">
      <dgm:prSet/>
      <dgm:spPr/>
      <dgm:t>
        <a:bodyPr/>
        <a:lstStyle/>
        <a:p>
          <a:r>
            <a:rPr lang="uk-UA" dirty="0"/>
            <a:t>Визнання того, що управління технологіями - це відповідальність всіх в організації</a:t>
          </a:r>
          <a:endParaRPr lang="en-US" dirty="0"/>
        </a:p>
      </dgm:t>
    </dgm:pt>
    <dgm:pt modelId="{FBF262EF-0BA3-4612-A26B-3123105C2DCC}" type="parTrans" cxnId="{43D39804-EEA8-4178-B5F7-3CEF1BBF927C}">
      <dgm:prSet/>
      <dgm:spPr/>
      <dgm:t>
        <a:bodyPr/>
        <a:lstStyle/>
        <a:p>
          <a:endParaRPr lang="en-US"/>
        </a:p>
      </dgm:t>
    </dgm:pt>
    <dgm:pt modelId="{AD20AD5C-9F1E-485A-A977-D201D7EB9824}" type="sibTrans" cxnId="{43D39804-EEA8-4178-B5F7-3CEF1BBF927C}">
      <dgm:prSet/>
      <dgm:spPr/>
      <dgm:t>
        <a:bodyPr/>
        <a:lstStyle/>
        <a:p>
          <a:endParaRPr lang="en-US"/>
        </a:p>
      </dgm:t>
    </dgm:pt>
    <dgm:pt modelId="{057751B2-6F09-4184-9F4C-474A5D27D53F}">
      <dgm:prSet/>
      <dgm:spPr/>
      <dgm:t>
        <a:bodyPr/>
        <a:lstStyle/>
        <a:p>
          <a:r>
            <a:rPr lang="uk-UA" dirty="0"/>
            <a:t>Визначення ясних ролей та </a:t>
          </a:r>
          <a:r>
            <a:rPr lang="uk-UA" dirty="0" err="1"/>
            <a:t>відповідальностей</a:t>
          </a:r>
          <a:endParaRPr lang="en-US" dirty="0"/>
        </a:p>
      </dgm:t>
    </dgm:pt>
    <dgm:pt modelId="{8E464DB1-D59B-44EF-99DC-FF83CF4994B4}" type="parTrans" cxnId="{955D8D0F-1827-4F73-993A-379D40AC7E20}">
      <dgm:prSet/>
      <dgm:spPr/>
      <dgm:t>
        <a:bodyPr/>
        <a:lstStyle/>
        <a:p>
          <a:endParaRPr lang="en-US"/>
        </a:p>
      </dgm:t>
    </dgm:pt>
    <dgm:pt modelId="{227FC0BE-CB3E-476D-AF31-8E3EE7ABD072}" type="sibTrans" cxnId="{955D8D0F-1827-4F73-993A-379D40AC7E20}">
      <dgm:prSet/>
      <dgm:spPr/>
      <dgm:t>
        <a:bodyPr/>
        <a:lstStyle/>
        <a:p>
          <a:endParaRPr lang="en-US"/>
        </a:p>
      </dgm:t>
    </dgm:pt>
    <dgm:pt modelId="{BB388BA8-DB6D-4B8A-9D5A-8CA24C7A35A7}">
      <dgm:prSet/>
      <dgm:spPr/>
      <dgm:t>
        <a:bodyPr/>
        <a:lstStyle/>
        <a:p>
          <a:r>
            <a:rPr lang="uk-UA" dirty="0"/>
            <a:t>Визнання того, що зміна є нормою, тому управління зміною повинно бути інтегрованою частиною управління технологіями</a:t>
          </a:r>
          <a:endParaRPr lang="en-US" dirty="0"/>
        </a:p>
      </dgm:t>
    </dgm:pt>
    <dgm:pt modelId="{E91ED97B-16B7-41E5-85B7-87E36B91BB07}" type="parTrans" cxnId="{F2BBDB73-2851-4210-8037-476C03F59E8A}">
      <dgm:prSet/>
      <dgm:spPr/>
      <dgm:t>
        <a:bodyPr/>
        <a:lstStyle/>
        <a:p>
          <a:endParaRPr lang="en-US"/>
        </a:p>
      </dgm:t>
    </dgm:pt>
    <dgm:pt modelId="{56AA0771-B768-417B-9EA7-2162493890B0}" type="sibTrans" cxnId="{F2BBDB73-2851-4210-8037-476C03F59E8A}">
      <dgm:prSet/>
      <dgm:spPr/>
      <dgm:t>
        <a:bodyPr/>
        <a:lstStyle/>
        <a:p>
          <a:endParaRPr lang="en-US"/>
        </a:p>
      </dgm:t>
    </dgm:pt>
    <dgm:pt modelId="{479CDD79-980D-4493-8AB7-92C2D9862FF5}">
      <dgm:prSet/>
      <dgm:spPr/>
      <dgm:t>
        <a:bodyPr/>
        <a:lstStyle/>
        <a:p>
          <a:r>
            <a:rPr lang="uk-UA" dirty="0"/>
            <a:t>Покриття всіх аспектів управління технологіями</a:t>
          </a:r>
          <a:endParaRPr lang="en-US" dirty="0"/>
        </a:p>
      </dgm:t>
    </dgm:pt>
    <dgm:pt modelId="{F3C5655A-338C-4B4E-BA2F-BA85D1BBDD05}" type="sibTrans" cxnId="{141C03B4-B31E-4A23-9AC2-338646DD686F}">
      <dgm:prSet/>
      <dgm:spPr/>
      <dgm:t>
        <a:bodyPr/>
        <a:lstStyle/>
        <a:p>
          <a:endParaRPr lang="en-US"/>
        </a:p>
      </dgm:t>
    </dgm:pt>
    <dgm:pt modelId="{D95EC610-BDFD-4E61-ABE4-54B5353D8779}" type="parTrans" cxnId="{141C03B4-B31E-4A23-9AC2-338646DD686F}">
      <dgm:prSet/>
      <dgm:spPr/>
      <dgm:t>
        <a:bodyPr/>
        <a:lstStyle/>
        <a:p>
          <a:endParaRPr lang="en-US"/>
        </a:p>
      </dgm:t>
    </dgm:pt>
    <dgm:pt modelId="{4CB484C8-3CC7-4076-A648-53E0F0EC0351}">
      <dgm:prSet/>
      <dgm:spPr/>
      <dgm:t>
        <a:bodyPr/>
        <a:lstStyle/>
        <a:p>
          <a:r>
            <a:rPr lang="uk-UA" b="1" dirty="0"/>
            <a:t>Комплексний підхід</a:t>
          </a:r>
          <a:endParaRPr lang="en-US" dirty="0"/>
        </a:p>
      </dgm:t>
    </dgm:pt>
    <dgm:pt modelId="{734B2804-D820-4C0C-B00F-F52D99F85C6F}" type="sibTrans" cxnId="{F8731390-9379-45E0-BA65-21812E51669C}">
      <dgm:prSet/>
      <dgm:spPr/>
      <dgm:t>
        <a:bodyPr/>
        <a:lstStyle/>
        <a:p>
          <a:endParaRPr lang="en-US"/>
        </a:p>
      </dgm:t>
    </dgm:pt>
    <dgm:pt modelId="{BF828F72-5146-4A18-B559-E2EFC2431091}" type="parTrans" cxnId="{F8731390-9379-45E0-BA65-21812E51669C}">
      <dgm:prSet/>
      <dgm:spPr/>
      <dgm:t>
        <a:bodyPr/>
        <a:lstStyle/>
        <a:p>
          <a:endParaRPr lang="en-US"/>
        </a:p>
      </dgm:t>
    </dgm:pt>
    <dgm:pt modelId="{8B6E62E0-E259-450E-B37D-ECCE83FBD851}" type="pres">
      <dgm:prSet presAssocID="{881941F9-4DD6-417B-BD0E-E1E48DF997F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0C89542-C01A-4090-9A40-FCEEBA02BE0E}" type="pres">
      <dgm:prSet presAssocID="{4CB484C8-3CC7-4076-A648-53E0F0EC0351}" presName="hierRoot1" presStyleCnt="0">
        <dgm:presLayoutVars>
          <dgm:hierBranch val="init"/>
        </dgm:presLayoutVars>
      </dgm:prSet>
      <dgm:spPr/>
    </dgm:pt>
    <dgm:pt modelId="{CED4B25D-C785-4EF2-AD15-4A129C20D68A}" type="pres">
      <dgm:prSet presAssocID="{4CB484C8-3CC7-4076-A648-53E0F0EC0351}" presName="rootComposite1" presStyleCnt="0"/>
      <dgm:spPr/>
    </dgm:pt>
    <dgm:pt modelId="{1A508FFE-C2E1-4C1A-A55B-F29CEFC78738}" type="pres">
      <dgm:prSet presAssocID="{4CB484C8-3CC7-4076-A648-53E0F0EC0351}" presName="rootText1" presStyleLbl="node0" presStyleIdx="0" presStyleCnt="1">
        <dgm:presLayoutVars>
          <dgm:chPref val="3"/>
        </dgm:presLayoutVars>
      </dgm:prSet>
      <dgm:spPr/>
    </dgm:pt>
    <dgm:pt modelId="{4CC244C0-F3BE-4DDA-8366-601579354B1D}" type="pres">
      <dgm:prSet presAssocID="{4CB484C8-3CC7-4076-A648-53E0F0EC0351}" presName="rootConnector1" presStyleLbl="node1" presStyleIdx="0" presStyleCnt="0"/>
      <dgm:spPr/>
    </dgm:pt>
    <dgm:pt modelId="{0BC708DB-E4FA-416E-A45A-981238EC1393}" type="pres">
      <dgm:prSet presAssocID="{4CB484C8-3CC7-4076-A648-53E0F0EC0351}" presName="hierChild2" presStyleCnt="0"/>
      <dgm:spPr/>
    </dgm:pt>
    <dgm:pt modelId="{C8834753-F5DD-470A-8023-99743DD0A6BB}" type="pres">
      <dgm:prSet presAssocID="{D95EC610-BDFD-4E61-ABE4-54B5353D8779}" presName="Name64" presStyleLbl="parChTrans1D2" presStyleIdx="0" presStyleCnt="5"/>
      <dgm:spPr/>
    </dgm:pt>
    <dgm:pt modelId="{AAC756A2-8D56-4ACC-B444-815F9C0E8A6E}" type="pres">
      <dgm:prSet presAssocID="{479CDD79-980D-4493-8AB7-92C2D9862FF5}" presName="hierRoot2" presStyleCnt="0">
        <dgm:presLayoutVars>
          <dgm:hierBranch val="init"/>
        </dgm:presLayoutVars>
      </dgm:prSet>
      <dgm:spPr/>
    </dgm:pt>
    <dgm:pt modelId="{1071C35A-3980-4E98-90C5-9BD62D2E87A3}" type="pres">
      <dgm:prSet presAssocID="{479CDD79-980D-4493-8AB7-92C2D9862FF5}" presName="rootComposite" presStyleCnt="0"/>
      <dgm:spPr/>
    </dgm:pt>
    <dgm:pt modelId="{9B9B0ACB-4B12-46BF-9BC1-2E10F3F5809B}" type="pres">
      <dgm:prSet presAssocID="{479CDD79-980D-4493-8AB7-92C2D9862FF5}" presName="rootText" presStyleLbl="node2" presStyleIdx="0" presStyleCnt="5">
        <dgm:presLayoutVars>
          <dgm:chPref val="3"/>
        </dgm:presLayoutVars>
      </dgm:prSet>
      <dgm:spPr/>
    </dgm:pt>
    <dgm:pt modelId="{239DDADA-24C6-4839-87DF-288043D26875}" type="pres">
      <dgm:prSet presAssocID="{479CDD79-980D-4493-8AB7-92C2D9862FF5}" presName="rootConnector" presStyleLbl="node2" presStyleIdx="0" presStyleCnt="5"/>
      <dgm:spPr/>
    </dgm:pt>
    <dgm:pt modelId="{162A8500-7258-419F-83DD-817C54D14EB0}" type="pres">
      <dgm:prSet presAssocID="{479CDD79-980D-4493-8AB7-92C2D9862FF5}" presName="hierChild4" presStyleCnt="0"/>
      <dgm:spPr/>
    </dgm:pt>
    <dgm:pt modelId="{368E007B-12B6-448D-A040-3360CF4E5375}" type="pres">
      <dgm:prSet presAssocID="{479CDD79-980D-4493-8AB7-92C2D9862FF5}" presName="hierChild5" presStyleCnt="0"/>
      <dgm:spPr/>
    </dgm:pt>
    <dgm:pt modelId="{EC62F232-8144-49DB-B991-EAB61FB2FC91}" type="pres">
      <dgm:prSet presAssocID="{1974308E-E646-44F4-B1A9-99B41E65CE27}" presName="Name64" presStyleLbl="parChTrans1D2" presStyleIdx="1" presStyleCnt="5"/>
      <dgm:spPr/>
    </dgm:pt>
    <dgm:pt modelId="{72EE3908-2314-4521-81D2-58C34F2989B8}" type="pres">
      <dgm:prSet presAssocID="{05B3B20C-1088-43CE-8661-64A9B9C1DE75}" presName="hierRoot2" presStyleCnt="0">
        <dgm:presLayoutVars>
          <dgm:hierBranch val="init"/>
        </dgm:presLayoutVars>
      </dgm:prSet>
      <dgm:spPr/>
    </dgm:pt>
    <dgm:pt modelId="{67B89937-E4C5-4B05-9DF1-CF1F0F7897B8}" type="pres">
      <dgm:prSet presAssocID="{05B3B20C-1088-43CE-8661-64A9B9C1DE75}" presName="rootComposite" presStyleCnt="0"/>
      <dgm:spPr/>
    </dgm:pt>
    <dgm:pt modelId="{4E4759BC-4600-4651-9841-5F8898A39501}" type="pres">
      <dgm:prSet presAssocID="{05B3B20C-1088-43CE-8661-64A9B9C1DE75}" presName="rootText" presStyleLbl="node2" presStyleIdx="1" presStyleCnt="5">
        <dgm:presLayoutVars>
          <dgm:chPref val="3"/>
        </dgm:presLayoutVars>
      </dgm:prSet>
      <dgm:spPr/>
    </dgm:pt>
    <dgm:pt modelId="{25A36D39-C087-429D-9C25-BF7F26F7A5F5}" type="pres">
      <dgm:prSet presAssocID="{05B3B20C-1088-43CE-8661-64A9B9C1DE75}" presName="rootConnector" presStyleLbl="node2" presStyleIdx="1" presStyleCnt="5"/>
      <dgm:spPr/>
    </dgm:pt>
    <dgm:pt modelId="{3368A212-FBC8-4A1C-BA65-2FFC85A1A3BB}" type="pres">
      <dgm:prSet presAssocID="{05B3B20C-1088-43CE-8661-64A9B9C1DE75}" presName="hierChild4" presStyleCnt="0"/>
      <dgm:spPr/>
    </dgm:pt>
    <dgm:pt modelId="{4080CFBE-3A99-4590-9654-2802AC597806}" type="pres">
      <dgm:prSet presAssocID="{05B3B20C-1088-43CE-8661-64A9B9C1DE75}" presName="hierChild5" presStyleCnt="0"/>
      <dgm:spPr/>
    </dgm:pt>
    <dgm:pt modelId="{D17D60C5-1FD3-4476-A2DB-DAEF1ECD2B9D}" type="pres">
      <dgm:prSet presAssocID="{FBF262EF-0BA3-4612-A26B-3123105C2DCC}" presName="Name64" presStyleLbl="parChTrans1D2" presStyleIdx="2" presStyleCnt="5"/>
      <dgm:spPr/>
    </dgm:pt>
    <dgm:pt modelId="{329DB9EB-CF0C-4B69-AE35-06360BB8C056}" type="pres">
      <dgm:prSet presAssocID="{61B3226B-C19C-48C0-948E-C1130515AFAC}" presName="hierRoot2" presStyleCnt="0">
        <dgm:presLayoutVars>
          <dgm:hierBranch val="init"/>
        </dgm:presLayoutVars>
      </dgm:prSet>
      <dgm:spPr/>
    </dgm:pt>
    <dgm:pt modelId="{CBDC977B-6AFD-40F6-A707-4F18A6B9160A}" type="pres">
      <dgm:prSet presAssocID="{61B3226B-C19C-48C0-948E-C1130515AFAC}" presName="rootComposite" presStyleCnt="0"/>
      <dgm:spPr/>
    </dgm:pt>
    <dgm:pt modelId="{D8C88ED9-B409-4597-B477-4A1DF0DC6103}" type="pres">
      <dgm:prSet presAssocID="{61B3226B-C19C-48C0-948E-C1130515AFAC}" presName="rootText" presStyleLbl="node2" presStyleIdx="2" presStyleCnt="5">
        <dgm:presLayoutVars>
          <dgm:chPref val="3"/>
        </dgm:presLayoutVars>
      </dgm:prSet>
      <dgm:spPr/>
    </dgm:pt>
    <dgm:pt modelId="{D9251C22-58D2-44F6-9909-7F359088B6DD}" type="pres">
      <dgm:prSet presAssocID="{61B3226B-C19C-48C0-948E-C1130515AFAC}" presName="rootConnector" presStyleLbl="node2" presStyleIdx="2" presStyleCnt="5"/>
      <dgm:spPr/>
    </dgm:pt>
    <dgm:pt modelId="{D584D125-A5BA-472A-8033-C6F8E03340CC}" type="pres">
      <dgm:prSet presAssocID="{61B3226B-C19C-48C0-948E-C1130515AFAC}" presName="hierChild4" presStyleCnt="0"/>
      <dgm:spPr/>
    </dgm:pt>
    <dgm:pt modelId="{2B4F5CEB-7E60-43C8-B43C-6D218A7C607B}" type="pres">
      <dgm:prSet presAssocID="{61B3226B-C19C-48C0-948E-C1130515AFAC}" presName="hierChild5" presStyleCnt="0"/>
      <dgm:spPr/>
    </dgm:pt>
    <dgm:pt modelId="{A2398CBC-EA8C-4F5C-BF71-A91D5ED250F9}" type="pres">
      <dgm:prSet presAssocID="{8E464DB1-D59B-44EF-99DC-FF83CF4994B4}" presName="Name64" presStyleLbl="parChTrans1D2" presStyleIdx="3" presStyleCnt="5"/>
      <dgm:spPr/>
    </dgm:pt>
    <dgm:pt modelId="{967B7848-2693-4F8E-8BAF-6579449C9FD3}" type="pres">
      <dgm:prSet presAssocID="{057751B2-6F09-4184-9F4C-474A5D27D53F}" presName="hierRoot2" presStyleCnt="0">
        <dgm:presLayoutVars>
          <dgm:hierBranch val="init"/>
        </dgm:presLayoutVars>
      </dgm:prSet>
      <dgm:spPr/>
    </dgm:pt>
    <dgm:pt modelId="{12DD9EDF-8FA5-4BFD-A182-F9DA871223A5}" type="pres">
      <dgm:prSet presAssocID="{057751B2-6F09-4184-9F4C-474A5D27D53F}" presName="rootComposite" presStyleCnt="0"/>
      <dgm:spPr/>
    </dgm:pt>
    <dgm:pt modelId="{25032210-45A3-4B1E-A7CF-ACC1491E21D4}" type="pres">
      <dgm:prSet presAssocID="{057751B2-6F09-4184-9F4C-474A5D27D53F}" presName="rootText" presStyleLbl="node2" presStyleIdx="3" presStyleCnt="5">
        <dgm:presLayoutVars>
          <dgm:chPref val="3"/>
        </dgm:presLayoutVars>
      </dgm:prSet>
      <dgm:spPr/>
    </dgm:pt>
    <dgm:pt modelId="{EE9E967C-D6C2-421D-B266-956A8C06312D}" type="pres">
      <dgm:prSet presAssocID="{057751B2-6F09-4184-9F4C-474A5D27D53F}" presName="rootConnector" presStyleLbl="node2" presStyleIdx="3" presStyleCnt="5"/>
      <dgm:spPr/>
    </dgm:pt>
    <dgm:pt modelId="{F5B30EB2-8C85-4D41-9CE9-6ADF17B7E05C}" type="pres">
      <dgm:prSet presAssocID="{057751B2-6F09-4184-9F4C-474A5D27D53F}" presName="hierChild4" presStyleCnt="0"/>
      <dgm:spPr/>
    </dgm:pt>
    <dgm:pt modelId="{C93714B8-9EF6-4DE9-B450-93CDED528FEA}" type="pres">
      <dgm:prSet presAssocID="{057751B2-6F09-4184-9F4C-474A5D27D53F}" presName="hierChild5" presStyleCnt="0"/>
      <dgm:spPr/>
    </dgm:pt>
    <dgm:pt modelId="{FDD6C4DF-B174-4A8B-B9EE-BAF7A0343DA4}" type="pres">
      <dgm:prSet presAssocID="{E91ED97B-16B7-41E5-85B7-87E36B91BB07}" presName="Name64" presStyleLbl="parChTrans1D2" presStyleIdx="4" presStyleCnt="5"/>
      <dgm:spPr/>
    </dgm:pt>
    <dgm:pt modelId="{90C8B12F-58EB-43E7-B6F7-C44016E214F1}" type="pres">
      <dgm:prSet presAssocID="{BB388BA8-DB6D-4B8A-9D5A-8CA24C7A35A7}" presName="hierRoot2" presStyleCnt="0">
        <dgm:presLayoutVars>
          <dgm:hierBranch val="init"/>
        </dgm:presLayoutVars>
      </dgm:prSet>
      <dgm:spPr/>
    </dgm:pt>
    <dgm:pt modelId="{A0BC7953-13AA-4548-8F84-9A332F1C0C03}" type="pres">
      <dgm:prSet presAssocID="{BB388BA8-DB6D-4B8A-9D5A-8CA24C7A35A7}" presName="rootComposite" presStyleCnt="0"/>
      <dgm:spPr/>
    </dgm:pt>
    <dgm:pt modelId="{BC0198E0-4DAA-4615-BF4E-2E08F97FF3AD}" type="pres">
      <dgm:prSet presAssocID="{BB388BA8-DB6D-4B8A-9D5A-8CA24C7A35A7}" presName="rootText" presStyleLbl="node2" presStyleIdx="4" presStyleCnt="5">
        <dgm:presLayoutVars>
          <dgm:chPref val="3"/>
        </dgm:presLayoutVars>
      </dgm:prSet>
      <dgm:spPr/>
    </dgm:pt>
    <dgm:pt modelId="{6973A845-16C0-4A6A-84C3-9662D6114555}" type="pres">
      <dgm:prSet presAssocID="{BB388BA8-DB6D-4B8A-9D5A-8CA24C7A35A7}" presName="rootConnector" presStyleLbl="node2" presStyleIdx="4" presStyleCnt="5"/>
      <dgm:spPr/>
    </dgm:pt>
    <dgm:pt modelId="{A9F89459-7E23-4CB8-8718-C913A774D98A}" type="pres">
      <dgm:prSet presAssocID="{BB388BA8-DB6D-4B8A-9D5A-8CA24C7A35A7}" presName="hierChild4" presStyleCnt="0"/>
      <dgm:spPr/>
    </dgm:pt>
    <dgm:pt modelId="{543C9175-1C01-4DBA-A88B-435333BA2291}" type="pres">
      <dgm:prSet presAssocID="{BB388BA8-DB6D-4B8A-9D5A-8CA24C7A35A7}" presName="hierChild5" presStyleCnt="0"/>
      <dgm:spPr/>
    </dgm:pt>
    <dgm:pt modelId="{C8CCB914-2D7A-4F6C-90BA-4CEF8CAEF51E}" type="pres">
      <dgm:prSet presAssocID="{4CB484C8-3CC7-4076-A648-53E0F0EC0351}" presName="hierChild3" presStyleCnt="0"/>
      <dgm:spPr/>
    </dgm:pt>
  </dgm:ptLst>
  <dgm:cxnLst>
    <dgm:cxn modelId="{43D39804-EEA8-4178-B5F7-3CEF1BBF927C}" srcId="{4CB484C8-3CC7-4076-A648-53E0F0EC0351}" destId="{61B3226B-C19C-48C0-948E-C1130515AFAC}" srcOrd="2" destOrd="0" parTransId="{FBF262EF-0BA3-4612-A26B-3123105C2DCC}" sibTransId="{AD20AD5C-9F1E-485A-A977-D201D7EB9824}"/>
    <dgm:cxn modelId="{955D8D0F-1827-4F73-993A-379D40AC7E20}" srcId="{4CB484C8-3CC7-4076-A648-53E0F0EC0351}" destId="{057751B2-6F09-4184-9F4C-474A5D27D53F}" srcOrd="3" destOrd="0" parTransId="{8E464DB1-D59B-44EF-99DC-FF83CF4994B4}" sibTransId="{227FC0BE-CB3E-476D-AF31-8E3EE7ABD072}"/>
    <dgm:cxn modelId="{B777ED10-9483-4CE4-94FF-EBAAA49CFDF4}" type="presOf" srcId="{881941F9-4DD6-417B-BD0E-E1E48DF997F1}" destId="{8B6E62E0-E259-450E-B37D-ECCE83FBD851}" srcOrd="0" destOrd="0" presId="urn:microsoft.com/office/officeart/2009/3/layout/HorizontalOrganizationChart"/>
    <dgm:cxn modelId="{81124C19-C536-4517-9108-13F99A83A85B}" type="presOf" srcId="{1974308E-E646-44F4-B1A9-99B41E65CE27}" destId="{EC62F232-8144-49DB-B991-EAB61FB2FC91}" srcOrd="0" destOrd="0" presId="urn:microsoft.com/office/officeart/2009/3/layout/HorizontalOrganizationChart"/>
    <dgm:cxn modelId="{F26F891C-9053-4D67-B8D6-223CE5D19603}" type="presOf" srcId="{BB388BA8-DB6D-4B8A-9D5A-8CA24C7A35A7}" destId="{BC0198E0-4DAA-4615-BF4E-2E08F97FF3AD}" srcOrd="0" destOrd="0" presId="urn:microsoft.com/office/officeart/2009/3/layout/HorizontalOrganizationChart"/>
    <dgm:cxn modelId="{56DD1B21-2846-43A6-9D89-60E85CF8B6D3}" type="presOf" srcId="{E91ED97B-16B7-41E5-85B7-87E36B91BB07}" destId="{FDD6C4DF-B174-4A8B-B9EE-BAF7A0343DA4}" srcOrd="0" destOrd="0" presId="urn:microsoft.com/office/officeart/2009/3/layout/HorizontalOrganizationChart"/>
    <dgm:cxn modelId="{AA61C423-59BE-4ABF-8ABF-55D4208A9DA3}" type="presOf" srcId="{057751B2-6F09-4184-9F4C-474A5D27D53F}" destId="{EE9E967C-D6C2-421D-B266-956A8C06312D}" srcOrd="1" destOrd="0" presId="urn:microsoft.com/office/officeart/2009/3/layout/HorizontalOrganizationChart"/>
    <dgm:cxn modelId="{E7CBA83E-6C10-4EC6-8FC3-E8FC5F9B2666}" type="presOf" srcId="{FBF262EF-0BA3-4612-A26B-3123105C2DCC}" destId="{D17D60C5-1FD3-4476-A2DB-DAEF1ECD2B9D}" srcOrd="0" destOrd="0" presId="urn:microsoft.com/office/officeart/2009/3/layout/HorizontalOrganizationChart"/>
    <dgm:cxn modelId="{2BBB2C40-4DA3-4D7D-9DCC-DF9BD13DB319}" srcId="{4CB484C8-3CC7-4076-A648-53E0F0EC0351}" destId="{05B3B20C-1088-43CE-8661-64A9B9C1DE75}" srcOrd="1" destOrd="0" parTransId="{1974308E-E646-44F4-B1A9-99B41E65CE27}" sibTransId="{6AC10838-A2BE-4177-896D-7047C94CD206}"/>
    <dgm:cxn modelId="{4E72C34A-60A8-461B-94A4-B1F0E06B9FB9}" type="presOf" srcId="{8E464DB1-D59B-44EF-99DC-FF83CF4994B4}" destId="{A2398CBC-EA8C-4F5C-BF71-A91D5ED250F9}" srcOrd="0" destOrd="0" presId="urn:microsoft.com/office/officeart/2009/3/layout/HorizontalOrganizationChart"/>
    <dgm:cxn modelId="{DE945651-2E50-4183-9CE9-FAD9F6BE8A21}" type="presOf" srcId="{D95EC610-BDFD-4E61-ABE4-54B5353D8779}" destId="{C8834753-F5DD-470A-8023-99743DD0A6BB}" srcOrd="0" destOrd="0" presId="urn:microsoft.com/office/officeart/2009/3/layout/HorizontalOrganizationChart"/>
    <dgm:cxn modelId="{BF460473-DB06-41E9-943B-B957EE6B37F5}" type="presOf" srcId="{4CB484C8-3CC7-4076-A648-53E0F0EC0351}" destId="{4CC244C0-F3BE-4DDA-8366-601579354B1D}" srcOrd="1" destOrd="0" presId="urn:microsoft.com/office/officeart/2009/3/layout/HorizontalOrganizationChart"/>
    <dgm:cxn modelId="{F2BBDB73-2851-4210-8037-476C03F59E8A}" srcId="{4CB484C8-3CC7-4076-A648-53E0F0EC0351}" destId="{BB388BA8-DB6D-4B8A-9D5A-8CA24C7A35A7}" srcOrd="4" destOrd="0" parTransId="{E91ED97B-16B7-41E5-85B7-87E36B91BB07}" sibTransId="{56AA0771-B768-417B-9EA7-2162493890B0}"/>
    <dgm:cxn modelId="{9D814B75-D8E2-4DF2-A96C-40E2A3A1E65A}" type="presOf" srcId="{05B3B20C-1088-43CE-8661-64A9B9C1DE75}" destId="{4E4759BC-4600-4651-9841-5F8898A39501}" srcOrd="0" destOrd="0" presId="urn:microsoft.com/office/officeart/2009/3/layout/HorizontalOrganizationChart"/>
    <dgm:cxn modelId="{BF461A58-D0D6-430B-B173-F9F6FBAD6B64}" type="presOf" srcId="{479CDD79-980D-4493-8AB7-92C2D9862FF5}" destId="{239DDADA-24C6-4839-87DF-288043D26875}" srcOrd="1" destOrd="0" presId="urn:microsoft.com/office/officeart/2009/3/layout/HorizontalOrganizationChart"/>
    <dgm:cxn modelId="{DDE93988-76F0-47A4-888A-25D8FDA2E4DA}" type="presOf" srcId="{057751B2-6F09-4184-9F4C-474A5D27D53F}" destId="{25032210-45A3-4B1E-A7CF-ACC1491E21D4}" srcOrd="0" destOrd="0" presId="urn:microsoft.com/office/officeart/2009/3/layout/HorizontalOrganizationChart"/>
    <dgm:cxn modelId="{1730128E-D7FF-4C8D-A91F-64C0E375B865}" type="presOf" srcId="{479CDD79-980D-4493-8AB7-92C2D9862FF5}" destId="{9B9B0ACB-4B12-46BF-9BC1-2E10F3F5809B}" srcOrd="0" destOrd="0" presId="urn:microsoft.com/office/officeart/2009/3/layout/HorizontalOrganizationChart"/>
    <dgm:cxn modelId="{F8731390-9379-45E0-BA65-21812E51669C}" srcId="{881941F9-4DD6-417B-BD0E-E1E48DF997F1}" destId="{4CB484C8-3CC7-4076-A648-53E0F0EC0351}" srcOrd="0" destOrd="0" parTransId="{BF828F72-5146-4A18-B559-E2EFC2431091}" sibTransId="{734B2804-D820-4C0C-B00F-F52D99F85C6F}"/>
    <dgm:cxn modelId="{141C03B4-B31E-4A23-9AC2-338646DD686F}" srcId="{4CB484C8-3CC7-4076-A648-53E0F0EC0351}" destId="{479CDD79-980D-4493-8AB7-92C2D9862FF5}" srcOrd="0" destOrd="0" parTransId="{D95EC610-BDFD-4E61-ABE4-54B5353D8779}" sibTransId="{F3C5655A-338C-4B4E-BA2F-BA85D1BBDD05}"/>
    <dgm:cxn modelId="{080DD6B9-9D5F-4E38-8E35-38B660F1ED0F}" type="presOf" srcId="{4CB484C8-3CC7-4076-A648-53E0F0EC0351}" destId="{1A508FFE-C2E1-4C1A-A55B-F29CEFC78738}" srcOrd="0" destOrd="0" presId="urn:microsoft.com/office/officeart/2009/3/layout/HorizontalOrganizationChart"/>
    <dgm:cxn modelId="{079715CB-697B-44E2-B6D1-2279801A169B}" type="presOf" srcId="{61B3226B-C19C-48C0-948E-C1130515AFAC}" destId="{D9251C22-58D2-44F6-9909-7F359088B6DD}" srcOrd="1" destOrd="0" presId="urn:microsoft.com/office/officeart/2009/3/layout/HorizontalOrganizationChart"/>
    <dgm:cxn modelId="{C5D8F7DC-7C7B-4BA6-8EB1-655C2A2FA2CC}" type="presOf" srcId="{05B3B20C-1088-43CE-8661-64A9B9C1DE75}" destId="{25A36D39-C087-429D-9C25-BF7F26F7A5F5}" srcOrd="1" destOrd="0" presId="urn:microsoft.com/office/officeart/2009/3/layout/HorizontalOrganizationChart"/>
    <dgm:cxn modelId="{5BC41BEB-8B72-4FE4-837D-4A9E5BC886C9}" type="presOf" srcId="{BB388BA8-DB6D-4B8A-9D5A-8CA24C7A35A7}" destId="{6973A845-16C0-4A6A-84C3-9662D6114555}" srcOrd="1" destOrd="0" presId="urn:microsoft.com/office/officeart/2009/3/layout/HorizontalOrganizationChart"/>
    <dgm:cxn modelId="{42F724F1-0FF5-41C4-B0E7-394E95C43546}" type="presOf" srcId="{61B3226B-C19C-48C0-948E-C1130515AFAC}" destId="{D8C88ED9-B409-4597-B477-4A1DF0DC6103}" srcOrd="0" destOrd="0" presId="urn:microsoft.com/office/officeart/2009/3/layout/HorizontalOrganizationChart"/>
    <dgm:cxn modelId="{CBC09310-7FB2-4B16-A56E-F185436073D4}" type="presParOf" srcId="{8B6E62E0-E259-450E-B37D-ECCE83FBD851}" destId="{20C89542-C01A-4090-9A40-FCEEBA02BE0E}" srcOrd="0" destOrd="0" presId="urn:microsoft.com/office/officeart/2009/3/layout/HorizontalOrganizationChart"/>
    <dgm:cxn modelId="{0F622714-CB08-496D-8C4F-E0277E9AFBDC}" type="presParOf" srcId="{20C89542-C01A-4090-9A40-FCEEBA02BE0E}" destId="{CED4B25D-C785-4EF2-AD15-4A129C20D68A}" srcOrd="0" destOrd="0" presId="urn:microsoft.com/office/officeart/2009/3/layout/HorizontalOrganizationChart"/>
    <dgm:cxn modelId="{5C6BA013-C04C-40A7-B03B-43C50D941236}" type="presParOf" srcId="{CED4B25D-C785-4EF2-AD15-4A129C20D68A}" destId="{1A508FFE-C2E1-4C1A-A55B-F29CEFC78738}" srcOrd="0" destOrd="0" presId="urn:microsoft.com/office/officeart/2009/3/layout/HorizontalOrganizationChart"/>
    <dgm:cxn modelId="{176341A3-7AE4-44F5-BC7E-C1A2E42540BD}" type="presParOf" srcId="{CED4B25D-C785-4EF2-AD15-4A129C20D68A}" destId="{4CC244C0-F3BE-4DDA-8366-601579354B1D}" srcOrd="1" destOrd="0" presId="urn:microsoft.com/office/officeart/2009/3/layout/HorizontalOrganizationChart"/>
    <dgm:cxn modelId="{F20FDBD4-002E-4D22-9A24-B54B3E25D35D}" type="presParOf" srcId="{20C89542-C01A-4090-9A40-FCEEBA02BE0E}" destId="{0BC708DB-E4FA-416E-A45A-981238EC1393}" srcOrd="1" destOrd="0" presId="urn:microsoft.com/office/officeart/2009/3/layout/HorizontalOrganizationChart"/>
    <dgm:cxn modelId="{13863B5D-FC22-4183-AF57-7AE05A358B82}" type="presParOf" srcId="{0BC708DB-E4FA-416E-A45A-981238EC1393}" destId="{C8834753-F5DD-470A-8023-99743DD0A6BB}" srcOrd="0" destOrd="0" presId="urn:microsoft.com/office/officeart/2009/3/layout/HorizontalOrganizationChart"/>
    <dgm:cxn modelId="{81B70C61-CDF2-4EE3-BF33-B9CCC9F58EA6}" type="presParOf" srcId="{0BC708DB-E4FA-416E-A45A-981238EC1393}" destId="{AAC756A2-8D56-4ACC-B444-815F9C0E8A6E}" srcOrd="1" destOrd="0" presId="urn:microsoft.com/office/officeart/2009/3/layout/HorizontalOrganizationChart"/>
    <dgm:cxn modelId="{7D759A57-B564-47AF-A1CC-9DFA5215D5B3}" type="presParOf" srcId="{AAC756A2-8D56-4ACC-B444-815F9C0E8A6E}" destId="{1071C35A-3980-4E98-90C5-9BD62D2E87A3}" srcOrd="0" destOrd="0" presId="urn:microsoft.com/office/officeart/2009/3/layout/HorizontalOrganizationChart"/>
    <dgm:cxn modelId="{DD42CEEC-565C-43B0-87BA-3F9468287ACF}" type="presParOf" srcId="{1071C35A-3980-4E98-90C5-9BD62D2E87A3}" destId="{9B9B0ACB-4B12-46BF-9BC1-2E10F3F5809B}" srcOrd="0" destOrd="0" presId="urn:microsoft.com/office/officeart/2009/3/layout/HorizontalOrganizationChart"/>
    <dgm:cxn modelId="{5644CDAF-7F75-49E5-A790-842EEDA4561A}" type="presParOf" srcId="{1071C35A-3980-4E98-90C5-9BD62D2E87A3}" destId="{239DDADA-24C6-4839-87DF-288043D26875}" srcOrd="1" destOrd="0" presId="urn:microsoft.com/office/officeart/2009/3/layout/HorizontalOrganizationChart"/>
    <dgm:cxn modelId="{C72CA369-5B66-42AE-9263-5711A3D3E5A9}" type="presParOf" srcId="{AAC756A2-8D56-4ACC-B444-815F9C0E8A6E}" destId="{162A8500-7258-419F-83DD-817C54D14EB0}" srcOrd="1" destOrd="0" presId="urn:microsoft.com/office/officeart/2009/3/layout/HorizontalOrganizationChart"/>
    <dgm:cxn modelId="{7941492B-A239-45A3-B81A-8390086464B6}" type="presParOf" srcId="{AAC756A2-8D56-4ACC-B444-815F9C0E8A6E}" destId="{368E007B-12B6-448D-A040-3360CF4E5375}" srcOrd="2" destOrd="0" presId="urn:microsoft.com/office/officeart/2009/3/layout/HorizontalOrganizationChart"/>
    <dgm:cxn modelId="{D5A6F346-EBCA-4D30-AFEC-C5E5C20D0244}" type="presParOf" srcId="{0BC708DB-E4FA-416E-A45A-981238EC1393}" destId="{EC62F232-8144-49DB-B991-EAB61FB2FC91}" srcOrd="2" destOrd="0" presId="urn:microsoft.com/office/officeart/2009/3/layout/HorizontalOrganizationChart"/>
    <dgm:cxn modelId="{7F186765-C230-4C1B-B592-B33367272F23}" type="presParOf" srcId="{0BC708DB-E4FA-416E-A45A-981238EC1393}" destId="{72EE3908-2314-4521-81D2-58C34F2989B8}" srcOrd="3" destOrd="0" presId="urn:microsoft.com/office/officeart/2009/3/layout/HorizontalOrganizationChart"/>
    <dgm:cxn modelId="{3745D854-1072-4A7B-8BB3-4C34B3507F79}" type="presParOf" srcId="{72EE3908-2314-4521-81D2-58C34F2989B8}" destId="{67B89937-E4C5-4B05-9DF1-CF1F0F7897B8}" srcOrd="0" destOrd="0" presId="urn:microsoft.com/office/officeart/2009/3/layout/HorizontalOrganizationChart"/>
    <dgm:cxn modelId="{236B65B3-3E7E-4EE2-B64B-3C1FB6BFF25C}" type="presParOf" srcId="{67B89937-E4C5-4B05-9DF1-CF1F0F7897B8}" destId="{4E4759BC-4600-4651-9841-5F8898A39501}" srcOrd="0" destOrd="0" presId="urn:microsoft.com/office/officeart/2009/3/layout/HorizontalOrganizationChart"/>
    <dgm:cxn modelId="{9FDAACD9-89AD-4BD5-A99F-CCA52891A0CA}" type="presParOf" srcId="{67B89937-E4C5-4B05-9DF1-CF1F0F7897B8}" destId="{25A36D39-C087-429D-9C25-BF7F26F7A5F5}" srcOrd="1" destOrd="0" presId="urn:microsoft.com/office/officeart/2009/3/layout/HorizontalOrganizationChart"/>
    <dgm:cxn modelId="{595A8980-7F91-48F4-A3CF-988290C2044B}" type="presParOf" srcId="{72EE3908-2314-4521-81D2-58C34F2989B8}" destId="{3368A212-FBC8-4A1C-BA65-2FFC85A1A3BB}" srcOrd="1" destOrd="0" presId="urn:microsoft.com/office/officeart/2009/3/layout/HorizontalOrganizationChart"/>
    <dgm:cxn modelId="{A8177395-77B4-4335-BFC9-CA28A2F0C9D9}" type="presParOf" srcId="{72EE3908-2314-4521-81D2-58C34F2989B8}" destId="{4080CFBE-3A99-4590-9654-2802AC597806}" srcOrd="2" destOrd="0" presId="urn:microsoft.com/office/officeart/2009/3/layout/HorizontalOrganizationChart"/>
    <dgm:cxn modelId="{AEA0C50E-9483-4356-BCCF-05C31635532E}" type="presParOf" srcId="{0BC708DB-E4FA-416E-A45A-981238EC1393}" destId="{D17D60C5-1FD3-4476-A2DB-DAEF1ECD2B9D}" srcOrd="4" destOrd="0" presId="urn:microsoft.com/office/officeart/2009/3/layout/HorizontalOrganizationChart"/>
    <dgm:cxn modelId="{88C60C89-EEA9-457A-863B-281BBD90A1F3}" type="presParOf" srcId="{0BC708DB-E4FA-416E-A45A-981238EC1393}" destId="{329DB9EB-CF0C-4B69-AE35-06360BB8C056}" srcOrd="5" destOrd="0" presId="urn:microsoft.com/office/officeart/2009/3/layout/HorizontalOrganizationChart"/>
    <dgm:cxn modelId="{1A7C63E3-341C-45AD-B9EA-07258B5911C3}" type="presParOf" srcId="{329DB9EB-CF0C-4B69-AE35-06360BB8C056}" destId="{CBDC977B-6AFD-40F6-A707-4F18A6B9160A}" srcOrd="0" destOrd="0" presId="urn:microsoft.com/office/officeart/2009/3/layout/HorizontalOrganizationChart"/>
    <dgm:cxn modelId="{3FDC9B11-E964-4183-B370-45C64FCA7F38}" type="presParOf" srcId="{CBDC977B-6AFD-40F6-A707-4F18A6B9160A}" destId="{D8C88ED9-B409-4597-B477-4A1DF0DC6103}" srcOrd="0" destOrd="0" presId="urn:microsoft.com/office/officeart/2009/3/layout/HorizontalOrganizationChart"/>
    <dgm:cxn modelId="{88359F68-84D4-4AF6-AD30-100AAF1CD746}" type="presParOf" srcId="{CBDC977B-6AFD-40F6-A707-4F18A6B9160A}" destId="{D9251C22-58D2-44F6-9909-7F359088B6DD}" srcOrd="1" destOrd="0" presId="urn:microsoft.com/office/officeart/2009/3/layout/HorizontalOrganizationChart"/>
    <dgm:cxn modelId="{26B8D03A-6949-4564-ACE8-7362C4314373}" type="presParOf" srcId="{329DB9EB-CF0C-4B69-AE35-06360BB8C056}" destId="{D584D125-A5BA-472A-8033-C6F8E03340CC}" srcOrd="1" destOrd="0" presId="urn:microsoft.com/office/officeart/2009/3/layout/HorizontalOrganizationChart"/>
    <dgm:cxn modelId="{2ADF82A5-B607-4729-95DD-57D82C500808}" type="presParOf" srcId="{329DB9EB-CF0C-4B69-AE35-06360BB8C056}" destId="{2B4F5CEB-7E60-43C8-B43C-6D218A7C607B}" srcOrd="2" destOrd="0" presId="urn:microsoft.com/office/officeart/2009/3/layout/HorizontalOrganizationChart"/>
    <dgm:cxn modelId="{FA77E6F6-74E5-4EB8-9FF2-021D7F36918C}" type="presParOf" srcId="{0BC708DB-E4FA-416E-A45A-981238EC1393}" destId="{A2398CBC-EA8C-4F5C-BF71-A91D5ED250F9}" srcOrd="6" destOrd="0" presId="urn:microsoft.com/office/officeart/2009/3/layout/HorizontalOrganizationChart"/>
    <dgm:cxn modelId="{0A1BDF55-ECEB-4C98-8570-411ABA1C4934}" type="presParOf" srcId="{0BC708DB-E4FA-416E-A45A-981238EC1393}" destId="{967B7848-2693-4F8E-8BAF-6579449C9FD3}" srcOrd="7" destOrd="0" presId="urn:microsoft.com/office/officeart/2009/3/layout/HorizontalOrganizationChart"/>
    <dgm:cxn modelId="{9BF1BC06-EA35-4168-9773-0586DB21E89C}" type="presParOf" srcId="{967B7848-2693-4F8E-8BAF-6579449C9FD3}" destId="{12DD9EDF-8FA5-4BFD-A182-F9DA871223A5}" srcOrd="0" destOrd="0" presId="urn:microsoft.com/office/officeart/2009/3/layout/HorizontalOrganizationChart"/>
    <dgm:cxn modelId="{9FB3A0F3-DC73-4448-8F27-6A7635865D85}" type="presParOf" srcId="{12DD9EDF-8FA5-4BFD-A182-F9DA871223A5}" destId="{25032210-45A3-4B1E-A7CF-ACC1491E21D4}" srcOrd="0" destOrd="0" presId="urn:microsoft.com/office/officeart/2009/3/layout/HorizontalOrganizationChart"/>
    <dgm:cxn modelId="{A09E6B69-2AB8-4C6D-A62E-ECC196E96D28}" type="presParOf" srcId="{12DD9EDF-8FA5-4BFD-A182-F9DA871223A5}" destId="{EE9E967C-D6C2-421D-B266-956A8C06312D}" srcOrd="1" destOrd="0" presId="urn:microsoft.com/office/officeart/2009/3/layout/HorizontalOrganizationChart"/>
    <dgm:cxn modelId="{22513D73-CE69-4417-9E36-3D87F6DD5A43}" type="presParOf" srcId="{967B7848-2693-4F8E-8BAF-6579449C9FD3}" destId="{F5B30EB2-8C85-4D41-9CE9-6ADF17B7E05C}" srcOrd="1" destOrd="0" presId="urn:microsoft.com/office/officeart/2009/3/layout/HorizontalOrganizationChart"/>
    <dgm:cxn modelId="{6584D156-9501-4A3E-A91B-7E5A2CF0101C}" type="presParOf" srcId="{967B7848-2693-4F8E-8BAF-6579449C9FD3}" destId="{C93714B8-9EF6-4DE9-B450-93CDED528FEA}" srcOrd="2" destOrd="0" presId="urn:microsoft.com/office/officeart/2009/3/layout/HorizontalOrganizationChart"/>
    <dgm:cxn modelId="{A33E66EB-D1DF-42BD-95FC-6DF741F57C40}" type="presParOf" srcId="{0BC708DB-E4FA-416E-A45A-981238EC1393}" destId="{FDD6C4DF-B174-4A8B-B9EE-BAF7A0343DA4}" srcOrd="8" destOrd="0" presId="urn:microsoft.com/office/officeart/2009/3/layout/HorizontalOrganizationChart"/>
    <dgm:cxn modelId="{895F94A9-9407-466F-A300-96C9F1BE522C}" type="presParOf" srcId="{0BC708DB-E4FA-416E-A45A-981238EC1393}" destId="{90C8B12F-58EB-43E7-B6F7-C44016E214F1}" srcOrd="9" destOrd="0" presId="urn:microsoft.com/office/officeart/2009/3/layout/HorizontalOrganizationChart"/>
    <dgm:cxn modelId="{D970378A-5134-4478-871D-4220C0F1E353}" type="presParOf" srcId="{90C8B12F-58EB-43E7-B6F7-C44016E214F1}" destId="{A0BC7953-13AA-4548-8F84-9A332F1C0C03}" srcOrd="0" destOrd="0" presId="urn:microsoft.com/office/officeart/2009/3/layout/HorizontalOrganizationChart"/>
    <dgm:cxn modelId="{843094DB-31D6-41CE-B41F-530981A435D2}" type="presParOf" srcId="{A0BC7953-13AA-4548-8F84-9A332F1C0C03}" destId="{BC0198E0-4DAA-4615-BF4E-2E08F97FF3AD}" srcOrd="0" destOrd="0" presId="urn:microsoft.com/office/officeart/2009/3/layout/HorizontalOrganizationChart"/>
    <dgm:cxn modelId="{FD91E90A-34E6-4C95-A8D4-73736C403AB8}" type="presParOf" srcId="{A0BC7953-13AA-4548-8F84-9A332F1C0C03}" destId="{6973A845-16C0-4A6A-84C3-9662D6114555}" srcOrd="1" destOrd="0" presId="urn:microsoft.com/office/officeart/2009/3/layout/HorizontalOrganizationChart"/>
    <dgm:cxn modelId="{8D8C9042-E8C0-4DFD-84B0-9F54870844CB}" type="presParOf" srcId="{90C8B12F-58EB-43E7-B6F7-C44016E214F1}" destId="{A9F89459-7E23-4CB8-8718-C913A774D98A}" srcOrd="1" destOrd="0" presId="urn:microsoft.com/office/officeart/2009/3/layout/HorizontalOrganizationChart"/>
    <dgm:cxn modelId="{07696AB1-4185-4B95-8195-B13213051A33}" type="presParOf" srcId="{90C8B12F-58EB-43E7-B6F7-C44016E214F1}" destId="{543C9175-1C01-4DBA-A88B-435333BA2291}" srcOrd="2" destOrd="0" presId="urn:microsoft.com/office/officeart/2009/3/layout/HorizontalOrganizationChart"/>
    <dgm:cxn modelId="{AADB0B8C-6C18-42A4-AAA3-54FAB3F33A25}" type="presParOf" srcId="{20C89542-C01A-4090-9A40-FCEEBA02BE0E}" destId="{C8CCB914-2D7A-4F6C-90BA-4CEF8CAEF51E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62209E-9234-4901-9BCD-A600FA9268D6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B09FF3B-7E4C-4B91-AD1E-788529B7596F}">
      <dgm:prSet/>
      <dgm:spPr/>
      <dgm:t>
        <a:bodyPr/>
        <a:lstStyle/>
        <a:p>
          <a:r>
            <a:rPr lang="en-US" b="1"/>
            <a:t>- </a:t>
          </a:r>
          <a:r>
            <a:rPr lang="uk-UA" b="1"/>
            <a:t>Фреймворк COBIT</a:t>
          </a:r>
          <a:endParaRPr lang="en-US"/>
        </a:p>
      </dgm:t>
    </dgm:pt>
    <dgm:pt modelId="{DF6E6105-6BA7-45D0-8C2B-8581115524E9}" type="parTrans" cxnId="{BE9D147F-BC87-43A0-A948-F1DE6306224C}">
      <dgm:prSet/>
      <dgm:spPr/>
      <dgm:t>
        <a:bodyPr/>
        <a:lstStyle/>
        <a:p>
          <a:endParaRPr lang="en-US"/>
        </a:p>
      </dgm:t>
    </dgm:pt>
    <dgm:pt modelId="{0C295359-4AEE-46A0-8616-A42F5FB4722B}" type="sibTrans" cxnId="{BE9D147F-BC87-43A0-A948-F1DE6306224C}">
      <dgm:prSet/>
      <dgm:spPr/>
      <dgm:t>
        <a:bodyPr/>
        <a:lstStyle/>
        <a:p>
          <a:endParaRPr lang="en-US"/>
        </a:p>
      </dgm:t>
    </dgm:pt>
    <dgm:pt modelId="{BB84DCF1-1E50-4392-BA6B-A0EDCBF84E7D}">
      <dgm:prSet/>
      <dgm:spPr/>
      <dgm:t>
        <a:bodyPr/>
        <a:lstStyle/>
        <a:p>
          <a:r>
            <a:rPr lang="en-US" b="1"/>
            <a:t>- </a:t>
          </a:r>
          <a:r>
            <a:rPr lang="uk-UA" b="1"/>
            <a:t>COBIT </a:t>
          </a:r>
          <a:endParaRPr lang="en-US"/>
        </a:p>
      </dgm:t>
    </dgm:pt>
    <dgm:pt modelId="{D190EFA9-D98C-4BEF-999E-E481EA88C74A}" type="parTrans" cxnId="{0DDC427B-4454-42ED-9E93-2B19A1EBC17F}">
      <dgm:prSet/>
      <dgm:spPr/>
      <dgm:t>
        <a:bodyPr/>
        <a:lstStyle/>
        <a:p>
          <a:endParaRPr lang="en-US"/>
        </a:p>
      </dgm:t>
    </dgm:pt>
    <dgm:pt modelId="{52CFB58C-C264-498D-8F5F-E0BC545FEE23}" type="sibTrans" cxnId="{0DDC427B-4454-42ED-9E93-2B19A1EBC17F}">
      <dgm:prSet/>
      <dgm:spPr/>
      <dgm:t>
        <a:bodyPr/>
        <a:lstStyle/>
        <a:p>
          <a:endParaRPr lang="en-US"/>
        </a:p>
      </dgm:t>
    </dgm:pt>
    <dgm:pt modelId="{D383E9BA-4B38-4DDC-B12C-FF7B28AF92ED}">
      <dgm:prSet/>
      <dgm:spPr/>
      <dgm:t>
        <a:bodyPr/>
        <a:lstStyle/>
        <a:p>
          <a:r>
            <a:rPr lang="en-US" b="1"/>
            <a:t>- </a:t>
          </a:r>
          <a:r>
            <a:rPr lang="uk-UA" b="1"/>
            <a:t>COBIT контролі</a:t>
          </a:r>
          <a:endParaRPr lang="en-US"/>
        </a:p>
      </dgm:t>
    </dgm:pt>
    <dgm:pt modelId="{390B5324-AB4A-4AD7-B147-C2C6A0144330}" type="parTrans" cxnId="{B2F1AB73-5EC2-4F02-AD06-342FB887C48C}">
      <dgm:prSet/>
      <dgm:spPr/>
      <dgm:t>
        <a:bodyPr/>
        <a:lstStyle/>
        <a:p>
          <a:endParaRPr lang="en-US"/>
        </a:p>
      </dgm:t>
    </dgm:pt>
    <dgm:pt modelId="{5827A3DF-5597-4EE8-B171-DC2F8AEDEC39}" type="sibTrans" cxnId="{B2F1AB73-5EC2-4F02-AD06-342FB887C48C}">
      <dgm:prSet/>
      <dgm:spPr/>
      <dgm:t>
        <a:bodyPr/>
        <a:lstStyle/>
        <a:p>
          <a:endParaRPr lang="en-US"/>
        </a:p>
      </dgm:t>
    </dgm:pt>
    <dgm:pt modelId="{23653484-0F75-4136-8831-B21385D72D92}">
      <dgm:prSet/>
      <dgm:spPr/>
      <dgm:t>
        <a:bodyPr/>
        <a:lstStyle/>
        <a:p>
          <a:r>
            <a:rPr lang="en-US" b="1"/>
            <a:t>- </a:t>
          </a:r>
          <a:r>
            <a:rPr lang="uk-UA" b="1"/>
            <a:t>COBIT оцінка та аудит</a:t>
          </a:r>
          <a:endParaRPr lang="en-US"/>
        </a:p>
      </dgm:t>
    </dgm:pt>
    <dgm:pt modelId="{6672524A-AE11-41E1-ADDC-ECA56957841A}" type="parTrans" cxnId="{BFC40509-9BEE-4668-8C9C-E20066103C65}">
      <dgm:prSet/>
      <dgm:spPr/>
      <dgm:t>
        <a:bodyPr/>
        <a:lstStyle/>
        <a:p>
          <a:endParaRPr lang="en-US"/>
        </a:p>
      </dgm:t>
    </dgm:pt>
    <dgm:pt modelId="{76F56915-3D83-4CA0-8616-C3005BF12492}" type="sibTrans" cxnId="{BFC40509-9BEE-4668-8C9C-E20066103C65}">
      <dgm:prSet/>
      <dgm:spPr/>
      <dgm:t>
        <a:bodyPr/>
        <a:lstStyle/>
        <a:p>
          <a:endParaRPr lang="en-US"/>
        </a:p>
      </dgm:t>
    </dgm:pt>
    <dgm:pt modelId="{C1AE8E98-6406-49F8-9A2E-A1718B6A2FBC}" type="pres">
      <dgm:prSet presAssocID="{B962209E-9234-4901-9BCD-A600FA9268D6}" presName="linear" presStyleCnt="0">
        <dgm:presLayoutVars>
          <dgm:dir/>
          <dgm:animLvl val="lvl"/>
          <dgm:resizeHandles val="exact"/>
        </dgm:presLayoutVars>
      </dgm:prSet>
      <dgm:spPr/>
    </dgm:pt>
    <dgm:pt modelId="{968F2041-8429-4310-A061-06E9C111C100}" type="pres">
      <dgm:prSet presAssocID="{7B09FF3B-7E4C-4B91-AD1E-788529B7596F}" presName="parentLin" presStyleCnt="0"/>
      <dgm:spPr/>
    </dgm:pt>
    <dgm:pt modelId="{A6A84028-C3C3-4672-953E-242EC2BB313D}" type="pres">
      <dgm:prSet presAssocID="{7B09FF3B-7E4C-4B91-AD1E-788529B7596F}" presName="parentLeftMargin" presStyleLbl="node1" presStyleIdx="0" presStyleCnt="4"/>
      <dgm:spPr/>
    </dgm:pt>
    <dgm:pt modelId="{354CFD3C-8267-471D-B8CE-91E12BCA11D0}" type="pres">
      <dgm:prSet presAssocID="{7B09FF3B-7E4C-4B91-AD1E-788529B7596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639998E-C328-413F-86D5-FA49EA6F00DD}" type="pres">
      <dgm:prSet presAssocID="{7B09FF3B-7E4C-4B91-AD1E-788529B7596F}" presName="negativeSpace" presStyleCnt="0"/>
      <dgm:spPr/>
    </dgm:pt>
    <dgm:pt modelId="{091E0680-DCC7-400C-B06D-318D99AFE0E4}" type="pres">
      <dgm:prSet presAssocID="{7B09FF3B-7E4C-4B91-AD1E-788529B7596F}" presName="childText" presStyleLbl="conFgAcc1" presStyleIdx="0" presStyleCnt="4">
        <dgm:presLayoutVars>
          <dgm:bulletEnabled val="1"/>
        </dgm:presLayoutVars>
      </dgm:prSet>
      <dgm:spPr/>
    </dgm:pt>
    <dgm:pt modelId="{BCC34874-E04F-431B-BF97-CFE5EEC3E135}" type="pres">
      <dgm:prSet presAssocID="{0C295359-4AEE-46A0-8616-A42F5FB4722B}" presName="spaceBetweenRectangles" presStyleCnt="0"/>
      <dgm:spPr/>
    </dgm:pt>
    <dgm:pt modelId="{0FB268F5-0212-445C-9F08-13788D999392}" type="pres">
      <dgm:prSet presAssocID="{BB84DCF1-1E50-4392-BA6B-A0EDCBF84E7D}" presName="parentLin" presStyleCnt="0"/>
      <dgm:spPr/>
    </dgm:pt>
    <dgm:pt modelId="{47840DFE-60D1-4827-AEE9-C580FB4CD7CF}" type="pres">
      <dgm:prSet presAssocID="{BB84DCF1-1E50-4392-BA6B-A0EDCBF84E7D}" presName="parentLeftMargin" presStyleLbl="node1" presStyleIdx="0" presStyleCnt="4"/>
      <dgm:spPr/>
    </dgm:pt>
    <dgm:pt modelId="{C2877387-640B-4006-91A4-AA76AA2F0622}" type="pres">
      <dgm:prSet presAssocID="{BB84DCF1-1E50-4392-BA6B-A0EDCBF84E7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236A26C-BD8C-48F8-945D-2CB8106C3B2D}" type="pres">
      <dgm:prSet presAssocID="{BB84DCF1-1E50-4392-BA6B-A0EDCBF84E7D}" presName="negativeSpace" presStyleCnt="0"/>
      <dgm:spPr/>
    </dgm:pt>
    <dgm:pt modelId="{F6E59C93-5211-4EE6-A4E3-29AB6F9457D8}" type="pres">
      <dgm:prSet presAssocID="{BB84DCF1-1E50-4392-BA6B-A0EDCBF84E7D}" presName="childText" presStyleLbl="conFgAcc1" presStyleIdx="1" presStyleCnt="4">
        <dgm:presLayoutVars>
          <dgm:bulletEnabled val="1"/>
        </dgm:presLayoutVars>
      </dgm:prSet>
      <dgm:spPr/>
    </dgm:pt>
    <dgm:pt modelId="{5594021B-7DB7-4B1E-A9FE-BB55B322A09F}" type="pres">
      <dgm:prSet presAssocID="{52CFB58C-C264-498D-8F5F-E0BC545FEE23}" presName="spaceBetweenRectangles" presStyleCnt="0"/>
      <dgm:spPr/>
    </dgm:pt>
    <dgm:pt modelId="{5C5BDF2B-04DC-4B07-BCE3-DF0AB188F14A}" type="pres">
      <dgm:prSet presAssocID="{D383E9BA-4B38-4DDC-B12C-FF7B28AF92ED}" presName="parentLin" presStyleCnt="0"/>
      <dgm:spPr/>
    </dgm:pt>
    <dgm:pt modelId="{84DA58E8-E724-4172-926D-9EB7C17C6EA4}" type="pres">
      <dgm:prSet presAssocID="{D383E9BA-4B38-4DDC-B12C-FF7B28AF92ED}" presName="parentLeftMargin" presStyleLbl="node1" presStyleIdx="1" presStyleCnt="4"/>
      <dgm:spPr/>
    </dgm:pt>
    <dgm:pt modelId="{7FE9992D-084E-4DEB-9651-22CAF17D8D04}" type="pres">
      <dgm:prSet presAssocID="{D383E9BA-4B38-4DDC-B12C-FF7B28AF92E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ADB46E0-A27E-421A-8AC6-F7290546A7CD}" type="pres">
      <dgm:prSet presAssocID="{D383E9BA-4B38-4DDC-B12C-FF7B28AF92ED}" presName="negativeSpace" presStyleCnt="0"/>
      <dgm:spPr/>
    </dgm:pt>
    <dgm:pt modelId="{44F6D44A-289D-4F9A-A057-B6BDDBD223C0}" type="pres">
      <dgm:prSet presAssocID="{D383E9BA-4B38-4DDC-B12C-FF7B28AF92ED}" presName="childText" presStyleLbl="conFgAcc1" presStyleIdx="2" presStyleCnt="4">
        <dgm:presLayoutVars>
          <dgm:bulletEnabled val="1"/>
        </dgm:presLayoutVars>
      </dgm:prSet>
      <dgm:spPr/>
    </dgm:pt>
    <dgm:pt modelId="{81AB81FE-2025-4F06-9552-6009D781C41C}" type="pres">
      <dgm:prSet presAssocID="{5827A3DF-5597-4EE8-B171-DC2F8AEDEC39}" presName="spaceBetweenRectangles" presStyleCnt="0"/>
      <dgm:spPr/>
    </dgm:pt>
    <dgm:pt modelId="{15C8583D-39D1-4119-9C35-9216D318C3F5}" type="pres">
      <dgm:prSet presAssocID="{23653484-0F75-4136-8831-B21385D72D92}" presName="parentLin" presStyleCnt="0"/>
      <dgm:spPr/>
    </dgm:pt>
    <dgm:pt modelId="{279A7CF7-24BD-4E80-B98B-B8854E8DCF03}" type="pres">
      <dgm:prSet presAssocID="{23653484-0F75-4136-8831-B21385D72D92}" presName="parentLeftMargin" presStyleLbl="node1" presStyleIdx="2" presStyleCnt="4"/>
      <dgm:spPr/>
    </dgm:pt>
    <dgm:pt modelId="{E0395A66-B188-47C1-BB34-C9A076623A54}" type="pres">
      <dgm:prSet presAssocID="{23653484-0F75-4136-8831-B21385D72D9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238F52F-5803-4D29-AC99-228D4726E410}" type="pres">
      <dgm:prSet presAssocID="{23653484-0F75-4136-8831-B21385D72D92}" presName="negativeSpace" presStyleCnt="0"/>
      <dgm:spPr/>
    </dgm:pt>
    <dgm:pt modelId="{9BFA0F8F-C11E-439F-8493-D58EC83A249A}" type="pres">
      <dgm:prSet presAssocID="{23653484-0F75-4136-8831-B21385D72D9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FC40509-9BEE-4668-8C9C-E20066103C65}" srcId="{B962209E-9234-4901-9BCD-A600FA9268D6}" destId="{23653484-0F75-4136-8831-B21385D72D92}" srcOrd="3" destOrd="0" parTransId="{6672524A-AE11-41E1-ADDC-ECA56957841A}" sibTransId="{76F56915-3D83-4CA0-8616-C3005BF12492}"/>
    <dgm:cxn modelId="{FF325563-5301-404C-B0CE-8CE386201461}" type="presOf" srcId="{D383E9BA-4B38-4DDC-B12C-FF7B28AF92ED}" destId="{84DA58E8-E724-4172-926D-9EB7C17C6EA4}" srcOrd="0" destOrd="0" presId="urn:microsoft.com/office/officeart/2005/8/layout/list1"/>
    <dgm:cxn modelId="{B2F1AB73-5EC2-4F02-AD06-342FB887C48C}" srcId="{B962209E-9234-4901-9BCD-A600FA9268D6}" destId="{D383E9BA-4B38-4DDC-B12C-FF7B28AF92ED}" srcOrd="2" destOrd="0" parTransId="{390B5324-AB4A-4AD7-B147-C2C6A0144330}" sibTransId="{5827A3DF-5597-4EE8-B171-DC2F8AEDEC39}"/>
    <dgm:cxn modelId="{9BB76054-DFF7-482A-99D7-18C9007E0A61}" type="presOf" srcId="{BB84DCF1-1E50-4392-BA6B-A0EDCBF84E7D}" destId="{47840DFE-60D1-4827-AEE9-C580FB4CD7CF}" srcOrd="0" destOrd="0" presId="urn:microsoft.com/office/officeart/2005/8/layout/list1"/>
    <dgm:cxn modelId="{3F228278-7205-477B-AF91-16F4C1FA25CD}" type="presOf" srcId="{7B09FF3B-7E4C-4B91-AD1E-788529B7596F}" destId="{A6A84028-C3C3-4672-953E-242EC2BB313D}" srcOrd="0" destOrd="0" presId="urn:microsoft.com/office/officeart/2005/8/layout/list1"/>
    <dgm:cxn modelId="{2254E67A-E2A1-4ABD-BE8B-978292F46FCB}" type="presOf" srcId="{23653484-0F75-4136-8831-B21385D72D92}" destId="{279A7CF7-24BD-4E80-B98B-B8854E8DCF03}" srcOrd="0" destOrd="0" presId="urn:microsoft.com/office/officeart/2005/8/layout/list1"/>
    <dgm:cxn modelId="{0DDC427B-4454-42ED-9E93-2B19A1EBC17F}" srcId="{B962209E-9234-4901-9BCD-A600FA9268D6}" destId="{BB84DCF1-1E50-4392-BA6B-A0EDCBF84E7D}" srcOrd="1" destOrd="0" parTransId="{D190EFA9-D98C-4BEF-999E-E481EA88C74A}" sibTransId="{52CFB58C-C264-498D-8F5F-E0BC545FEE23}"/>
    <dgm:cxn modelId="{BE9D147F-BC87-43A0-A948-F1DE6306224C}" srcId="{B962209E-9234-4901-9BCD-A600FA9268D6}" destId="{7B09FF3B-7E4C-4B91-AD1E-788529B7596F}" srcOrd="0" destOrd="0" parTransId="{DF6E6105-6BA7-45D0-8C2B-8581115524E9}" sibTransId="{0C295359-4AEE-46A0-8616-A42F5FB4722B}"/>
    <dgm:cxn modelId="{956DF483-266A-4F47-A630-6CCAD96A23BA}" type="presOf" srcId="{7B09FF3B-7E4C-4B91-AD1E-788529B7596F}" destId="{354CFD3C-8267-471D-B8CE-91E12BCA11D0}" srcOrd="1" destOrd="0" presId="urn:microsoft.com/office/officeart/2005/8/layout/list1"/>
    <dgm:cxn modelId="{57D98E85-68EE-4EB4-B992-7DEF4F4614FE}" type="presOf" srcId="{BB84DCF1-1E50-4392-BA6B-A0EDCBF84E7D}" destId="{C2877387-640B-4006-91A4-AA76AA2F0622}" srcOrd="1" destOrd="0" presId="urn:microsoft.com/office/officeart/2005/8/layout/list1"/>
    <dgm:cxn modelId="{90E06BD7-8728-4EB9-83A5-CCC253194B28}" type="presOf" srcId="{B962209E-9234-4901-9BCD-A600FA9268D6}" destId="{C1AE8E98-6406-49F8-9A2E-A1718B6A2FBC}" srcOrd="0" destOrd="0" presId="urn:microsoft.com/office/officeart/2005/8/layout/list1"/>
    <dgm:cxn modelId="{193F24DE-9D35-4287-8029-2F7F8F90431A}" type="presOf" srcId="{23653484-0F75-4136-8831-B21385D72D92}" destId="{E0395A66-B188-47C1-BB34-C9A076623A54}" srcOrd="1" destOrd="0" presId="urn:microsoft.com/office/officeart/2005/8/layout/list1"/>
    <dgm:cxn modelId="{0CF0E7F5-57E0-43B8-A5E2-7FFFF2BE40E5}" type="presOf" srcId="{D383E9BA-4B38-4DDC-B12C-FF7B28AF92ED}" destId="{7FE9992D-084E-4DEB-9651-22CAF17D8D04}" srcOrd="1" destOrd="0" presId="urn:microsoft.com/office/officeart/2005/8/layout/list1"/>
    <dgm:cxn modelId="{B01BFF72-30F1-4898-BD86-6AF284399558}" type="presParOf" srcId="{C1AE8E98-6406-49F8-9A2E-A1718B6A2FBC}" destId="{968F2041-8429-4310-A061-06E9C111C100}" srcOrd="0" destOrd="0" presId="urn:microsoft.com/office/officeart/2005/8/layout/list1"/>
    <dgm:cxn modelId="{2D91DA87-3267-49B5-A836-375454D4ED9F}" type="presParOf" srcId="{968F2041-8429-4310-A061-06E9C111C100}" destId="{A6A84028-C3C3-4672-953E-242EC2BB313D}" srcOrd="0" destOrd="0" presId="urn:microsoft.com/office/officeart/2005/8/layout/list1"/>
    <dgm:cxn modelId="{5F506DA4-53B3-4644-A410-C0FA58CD1A86}" type="presParOf" srcId="{968F2041-8429-4310-A061-06E9C111C100}" destId="{354CFD3C-8267-471D-B8CE-91E12BCA11D0}" srcOrd="1" destOrd="0" presId="urn:microsoft.com/office/officeart/2005/8/layout/list1"/>
    <dgm:cxn modelId="{51806E1A-AA64-4417-9F52-6016FB69679E}" type="presParOf" srcId="{C1AE8E98-6406-49F8-9A2E-A1718B6A2FBC}" destId="{4639998E-C328-413F-86D5-FA49EA6F00DD}" srcOrd="1" destOrd="0" presId="urn:microsoft.com/office/officeart/2005/8/layout/list1"/>
    <dgm:cxn modelId="{F7E1D714-AA29-48D8-A1EE-ECD0F2FBEEB4}" type="presParOf" srcId="{C1AE8E98-6406-49F8-9A2E-A1718B6A2FBC}" destId="{091E0680-DCC7-400C-B06D-318D99AFE0E4}" srcOrd="2" destOrd="0" presId="urn:microsoft.com/office/officeart/2005/8/layout/list1"/>
    <dgm:cxn modelId="{11616978-9D07-4828-9593-9571267FF38B}" type="presParOf" srcId="{C1AE8E98-6406-49F8-9A2E-A1718B6A2FBC}" destId="{BCC34874-E04F-431B-BF97-CFE5EEC3E135}" srcOrd="3" destOrd="0" presId="urn:microsoft.com/office/officeart/2005/8/layout/list1"/>
    <dgm:cxn modelId="{6B92E2F0-9A9A-49AD-98A1-E603C7264775}" type="presParOf" srcId="{C1AE8E98-6406-49F8-9A2E-A1718B6A2FBC}" destId="{0FB268F5-0212-445C-9F08-13788D999392}" srcOrd="4" destOrd="0" presId="urn:microsoft.com/office/officeart/2005/8/layout/list1"/>
    <dgm:cxn modelId="{C8CA69CC-A132-44F9-BED9-31D57743E945}" type="presParOf" srcId="{0FB268F5-0212-445C-9F08-13788D999392}" destId="{47840DFE-60D1-4827-AEE9-C580FB4CD7CF}" srcOrd="0" destOrd="0" presId="urn:microsoft.com/office/officeart/2005/8/layout/list1"/>
    <dgm:cxn modelId="{ED310985-B992-4B1F-B89F-8377B4B4EAC6}" type="presParOf" srcId="{0FB268F5-0212-445C-9F08-13788D999392}" destId="{C2877387-640B-4006-91A4-AA76AA2F0622}" srcOrd="1" destOrd="0" presId="urn:microsoft.com/office/officeart/2005/8/layout/list1"/>
    <dgm:cxn modelId="{2D46E081-FD55-432C-BBDF-65084AD628A0}" type="presParOf" srcId="{C1AE8E98-6406-49F8-9A2E-A1718B6A2FBC}" destId="{3236A26C-BD8C-48F8-945D-2CB8106C3B2D}" srcOrd="5" destOrd="0" presId="urn:microsoft.com/office/officeart/2005/8/layout/list1"/>
    <dgm:cxn modelId="{2C5233B2-BC92-4169-B9BE-DFEC44FB71D5}" type="presParOf" srcId="{C1AE8E98-6406-49F8-9A2E-A1718B6A2FBC}" destId="{F6E59C93-5211-4EE6-A4E3-29AB6F9457D8}" srcOrd="6" destOrd="0" presId="urn:microsoft.com/office/officeart/2005/8/layout/list1"/>
    <dgm:cxn modelId="{62F5935E-DD1E-499B-BA11-DC94AFBCDAB7}" type="presParOf" srcId="{C1AE8E98-6406-49F8-9A2E-A1718B6A2FBC}" destId="{5594021B-7DB7-4B1E-A9FE-BB55B322A09F}" srcOrd="7" destOrd="0" presId="urn:microsoft.com/office/officeart/2005/8/layout/list1"/>
    <dgm:cxn modelId="{9154F142-FBF6-4D74-B9B8-D1D43C6EDC14}" type="presParOf" srcId="{C1AE8E98-6406-49F8-9A2E-A1718B6A2FBC}" destId="{5C5BDF2B-04DC-4B07-BCE3-DF0AB188F14A}" srcOrd="8" destOrd="0" presId="urn:microsoft.com/office/officeart/2005/8/layout/list1"/>
    <dgm:cxn modelId="{F9688684-A799-45EE-8422-7C17FC2769B8}" type="presParOf" srcId="{5C5BDF2B-04DC-4B07-BCE3-DF0AB188F14A}" destId="{84DA58E8-E724-4172-926D-9EB7C17C6EA4}" srcOrd="0" destOrd="0" presId="urn:microsoft.com/office/officeart/2005/8/layout/list1"/>
    <dgm:cxn modelId="{483F4DA3-A4EE-4E27-8BD9-CB028AB89C00}" type="presParOf" srcId="{5C5BDF2B-04DC-4B07-BCE3-DF0AB188F14A}" destId="{7FE9992D-084E-4DEB-9651-22CAF17D8D04}" srcOrd="1" destOrd="0" presId="urn:microsoft.com/office/officeart/2005/8/layout/list1"/>
    <dgm:cxn modelId="{64A6B531-6272-4AA4-B77F-E626DF6ADA41}" type="presParOf" srcId="{C1AE8E98-6406-49F8-9A2E-A1718B6A2FBC}" destId="{CADB46E0-A27E-421A-8AC6-F7290546A7CD}" srcOrd="9" destOrd="0" presId="urn:microsoft.com/office/officeart/2005/8/layout/list1"/>
    <dgm:cxn modelId="{D7E389FA-631F-4457-B0AC-35DF23C6F465}" type="presParOf" srcId="{C1AE8E98-6406-49F8-9A2E-A1718B6A2FBC}" destId="{44F6D44A-289D-4F9A-A057-B6BDDBD223C0}" srcOrd="10" destOrd="0" presId="urn:microsoft.com/office/officeart/2005/8/layout/list1"/>
    <dgm:cxn modelId="{76217922-8A65-4AD1-99E5-0D3CCDEB1E1C}" type="presParOf" srcId="{C1AE8E98-6406-49F8-9A2E-A1718B6A2FBC}" destId="{81AB81FE-2025-4F06-9552-6009D781C41C}" srcOrd="11" destOrd="0" presId="urn:microsoft.com/office/officeart/2005/8/layout/list1"/>
    <dgm:cxn modelId="{66A913B5-6117-45F1-9A6E-61C8BEAC8FFB}" type="presParOf" srcId="{C1AE8E98-6406-49F8-9A2E-A1718B6A2FBC}" destId="{15C8583D-39D1-4119-9C35-9216D318C3F5}" srcOrd="12" destOrd="0" presId="urn:microsoft.com/office/officeart/2005/8/layout/list1"/>
    <dgm:cxn modelId="{ACCD9820-D8D5-433F-BE80-833EAC04E001}" type="presParOf" srcId="{15C8583D-39D1-4119-9C35-9216D318C3F5}" destId="{279A7CF7-24BD-4E80-B98B-B8854E8DCF03}" srcOrd="0" destOrd="0" presId="urn:microsoft.com/office/officeart/2005/8/layout/list1"/>
    <dgm:cxn modelId="{4895EE89-A091-4038-8202-1083A5BD0A99}" type="presParOf" srcId="{15C8583D-39D1-4119-9C35-9216D318C3F5}" destId="{E0395A66-B188-47C1-BB34-C9A076623A54}" srcOrd="1" destOrd="0" presId="urn:microsoft.com/office/officeart/2005/8/layout/list1"/>
    <dgm:cxn modelId="{6B82B7E5-A2F5-4BF6-A0B2-1E21D2592771}" type="presParOf" srcId="{C1AE8E98-6406-49F8-9A2E-A1718B6A2FBC}" destId="{F238F52F-5803-4D29-AC99-228D4726E410}" srcOrd="13" destOrd="0" presId="urn:microsoft.com/office/officeart/2005/8/layout/list1"/>
    <dgm:cxn modelId="{42C58D62-8C93-40EA-97E1-120E301BFC08}" type="presParOf" srcId="{C1AE8E98-6406-49F8-9A2E-A1718B6A2FBC}" destId="{9BFA0F8F-C11E-439F-8493-D58EC83A249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1895B9-1E1C-490D-B06F-E55504843A4F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34C2D17-99A0-42B8-A679-95F5FCFE9D12}">
      <dgm:prSet/>
      <dgm:spPr/>
      <dgm:t>
        <a:bodyPr/>
        <a:lstStyle/>
        <a:p>
          <a:r>
            <a:rPr lang="uk-UA"/>
            <a:t>Кожен процес має чітко визначені входи та виходи, що забезпечує послідовність та ефективність управління.</a:t>
          </a:r>
          <a:endParaRPr lang="en-US"/>
        </a:p>
      </dgm:t>
    </dgm:pt>
    <dgm:pt modelId="{502F9A63-7E1E-486D-A90D-CFAA87F16B8C}" type="parTrans" cxnId="{C7A3CA83-A360-409D-8AE2-FDC21FA1C099}">
      <dgm:prSet/>
      <dgm:spPr/>
      <dgm:t>
        <a:bodyPr/>
        <a:lstStyle/>
        <a:p>
          <a:endParaRPr lang="en-US"/>
        </a:p>
      </dgm:t>
    </dgm:pt>
    <dgm:pt modelId="{8A29A400-D7E0-4A0D-94EF-FD319CB65C00}" type="sibTrans" cxnId="{C7A3CA83-A360-409D-8AE2-FDC21FA1C099}">
      <dgm:prSet/>
      <dgm:spPr/>
      <dgm:t>
        <a:bodyPr/>
        <a:lstStyle/>
        <a:p>
          <a:endParaRPr lang="en-US"/>
        </a:p>
      </dgm:t>
    </dgm:pt>
    <dgm:pt modelId="{78802FDE-1827-4A5D-9F31-1C8D30B4AD34}">
      <dgm:prSet/>
      <dgm:spPr/>
      <dgm:t>
        <a:bodyPr/>
        <a:lstStyle/>
        <a:p>
          <a:r>
            <a:rPr lang="uk-UA"/>
            <a:t>Важливо зазначити, що кожен процес розбивається на так звані практики, які раніше називалися контрольними цілями. Кожна практика підтримується низкою конкретних дій. </a:t>
          </a:r>
          <a:endParaRPr lang="en-US"/>
        </a:p>
      </dgm:t>
    </dgm:pt>
    <dgm:pt modelId="{461B8E68-6C39-4905-BFEB-AA579C98F985}" type="parTrans" cxnId="{74B3089D-1F65-439D-BA1B-5CB9035F146F}">
      <dgm:prSet/>
      <dgm:spPr/>
      <dgm:t>
        <a:bodyPr/>
        <a:lstStyle/>
        <a:p>
          <a:endParaRPr lang="en-US"/>
        </a:p>
      </dgm:t>
    </dgm:pt>
    <dgm:pt modelId="{5E05203B-D616-4B04-8096-0237ABE2FDF1}" type="sibTrans" cxnId="{74B3089D-1F65-439D-BA1B-5CB9035F146F}">
      <dgm:prSet/>
      <dgm:spPr/>
      <dgm:t>
        <a:bodyPr/>
        <a:lstStyle/>
        <a:p>
          <a:endParaRPr lang="en-US"/>
        </a:p>
      </dgm:t>
    </dgm:pt>
    <dgm:pt modelId="{1EBA06D7-1531-4345-99C5-9AB84D6E0F39}" type="pres">
      <dgm:prSet presAssocID="{931895B9-1E1C-490D-B06F-E55504843A4F}" presName="Name0" presStyleCnt="0">
        <dgm:presLayoutVars>
          <dgm:dir/>
          <dgm:animLvl val="lvl"/>
          <dgm:resizeHandles val="exact"/>
        </dgm:presLayoutVars>
      </dgm:prSet>
      <dgm:spPr/>
    </dgm:pt>
    <dgm:pt modelId="{708CB491-71E4-4139-82E6-1E96F5CCEE51}" type="pres">
      <dgm:prSet presAssocID="{78802FDE-1827-4A5D-9F31-1C8D30B4AD34}" presName="boxAndChildren" presStyleCnt="0"/>
      <dgm:spPr/>
    </dgm:pt>
    <dgm:pt modelId="{90F9CC44-8000-418F-A612-CB66BA61AABF}" type="pres">
      <dgm:prSet presAssocID="{78802FDE-1827-4A5D-9F31-1C8D30B4AD34}" presName="parentTextBox" presStyleLbl="node1" presStyleIdx="0" presStyleCnt="2"/>
      <dgm:spPr/>
    </dgm:pt>
    <dgm:pt modelId="{2AA7FAAF-8345-4D00-A84F-C3B091EE1F5F}" type="pres">
      <dgm:prSet presAssocID="{8A29A400-D7E0-4A0D-94EF-FD319CB65C00}" presName="sp" presStyleCnt="0"/>
      <dgm:spPr/>
    </dgm:pt>
    <dgm:pt modelId="{9292B52B-CCC0-4EA9-9F53-5825C362AD27}" type="pres">
      <dgm:prSet presAssocID="{634C2D17-99A0-42B8-A679-95F5FCFE9D12}" presName="arrowAndChildren" presStyleCnt="0"/>
      <dgm:spPr/>
    </dgm:pt>
    <dgm:pt modelId="{5867A23F-02B9-44D4-9141-A9259AA96548}" type="pres">
      <dgm:prSet presAssocID="{634C2D17-99A0-42B8-A679-95F5FCFE9D12}" presName="parentTextArrow" presStyleLbl="node1" presStyleIdx="1" presStyleCnt="2"/>
      <dgm:spPr/>
    </dgm:pt>
  </dgm:ptLst>
  <dgm:cxnLst>
    <dgm:cxn modelId="{C7A3CA83-A360-409D-8AE2-FDC21FA1C099}" srcId="{931895B9-1E1C-490D-B06F-E55504843A4F}" destId="{634C2D17-99A0-42B8-A679-95F5FCFE9D12}" srcOrd="0" destOrd="0" parTransId="{502F9A63-7E1E-486D-A90D-CFAA87F16B8C}" sibTransId="{8A29A400-D7E0-4A0D-94EF-FD319CB65C00}"/>
    <dgm:cxn modelId="{74B3089D-1F65-439D-BA1B-5CB9035F146F}" srcId="{931895B9-1E1C-490D-B06F-E55504843A4F}" destId="{78802FDE-1827-4A5D-9F31-1C8D30B4AD34}" srcOrd="1" destOrd="0" parTransId="{461B8E68-6C39-4905-BFEB-AA579C98F985}" sibTransId="{5E05203B-D616-4B04-8096-0237ABE2FDF1}"/>
    <dgm:cxn modelId="{FE06CFD1-A49E-4526-BC72-9AD0141D8D48}" type="presOf" srcId="{931895B9-1E1C-490D-B06F-E55504843A4F}" destId="{1EBA06D7-1531-4345-99C5-9AB84D6E0F39}" srcOrd="0" destOrd="0" presId="urn:microsoft.com/office/officeart/2005/8/layout/process4"/>
    <dgm:cxn modelId="{78E13EED-FA3A-4C9F-89D2-7E3EFC22F29F}" type="presOf" srcId="{634C2D17-99A0-42B8-A679-95F5FCFE9D12}" destId="{5867A23F-02B9-44D4-9141-A9259AA96548}" srcOrd="0" destOrd="0" presId="urn:microsoft.com/office/officeart/2005/8/layout/process4"/>
    <dgm:cxn modelId="{49E284F7-FA0E-47D8-8991-2C58159E8DB4}" type="presOf" srcId="{78802FDE-1827-4A5D-9F31-1C8D30B4AD34}" destId="{90F9CC44-8000-418F-A612-CB66BA61AABF}" srcOrd="0" destOrd="0" presId="urn:microsoft.com/office/officeart/2005/8/layout/process4"/>
    <dgm:cxn modelId="{C5DEB364-0E81-4855-A912-2A8F5AA6C533}" type="presParOf" srcId="{1EBA06D7-1531-4345-99C5-9AB84D6E0F39}" destId="{708CB491-71E4-4139-82E6-1E96F5CCEE51}" srcOrd="0" destOrd="0" presId="urn:microsoft.com/office/officeart/2005/8/layout/process4"/>
    <dgm:cxn modelId="{5D011156-B193-4853-8AC2-EFDC7F4E77F7}" type="presParOf" srcId="{708CB491-71E4-4139-82E6-1E96F5CCEE51}" destId="{90F9CC44-8000-418F-A612-CB66BA61AABF}" srcOrd="0" destOrd="0" presId="urn:microsoft.com/office/officeart/2005/8/layout/process4"/>
    <dgm:cxn modelId="{4C2E1109-7F0F-4124-ADBB-5E022DC8716C}" type="presParOf" srcId="{1EBA06D7-1531-4345-99C5-9AB84D6E0F39}" destId="{2AA7FAAF-8345-4D00-A84F-C3B091EE1F5F}" srcOrd="1" destOrd="0" presId="urn:microsoft.com/office/officeart/2005/8/layout/process4"/>
    <dgm:cxn modelId="{45BFB0F8-A3D6-4D19-8AB3-8C32B3F93BD8}" type="presParOf" srcId="{1EBA06D7-1531-4345-99C5-9AB84D6E0F39}" destId="{9292B52B-CCC0-4EA9-9F53-5825C362AD27}" srcOrd="2" destOrd="0" presId="urn:microsoft.com/office/officeart/2005/8/layout/process4"/>
    <dgm:cxn modelId="{B9C658A4-AD96-446D-A31A-8BC55406F32C}" type="presParOf" srcId="{9292B52B-CCC0-4EA9-9F53-5825C362AD27}" destId="{5867A23F-02B9-44D4-9141-A9259AA9654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1238DC-5A35-45EE-9E6B-671CCA50FE9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63264F3-85A3-4E8D-91EC-BBD79EEE4B4C}">
      <dgm:prSet/>
      <dgm:spPr/>
      <dgm:t>
        <a:bodyPr/>
        <a:lstStyle/>
        <a:p>
          <a:r>
            <a:rPr lang="uk-UA" b="1" dirty="0"/>
            <a:t>Політики та процедури є важливим компонентом COBIT, оскільки вони забезпечують формальну документацію та комунікацію щодо необхідних та заборонених дій і поведінки в рамках організації.</a:t>
          </a:r>
          <a:endParaRPr lang="en-US" dirty="0"/>
        </a:p>
      </dgm:t>
    </dgm:pt>
    <dgm:pt modelId="{93E7403F-7E96-4A82-B7BC-98FF84A69324}" type="parTrans" cxnId="{E7867759-F330-48CF-91D3-AA5273426C86}">
      <dgm:prSet/>
      <dgm:spPr/>
      <dgm:t>
        <a:bodyPr/>
        <a:lstStyle/>
        <a:p>
          <a:endParaRPr lang="en-US"/>
        </a:p>
      </dgm:t>
    </dgm:pt>
    <dgm:pt modelId="{0520EA91-2DAF-4392-8090-139E9E776B97}" type="sibTrans" cxnId="{E7867759-F330-48CF-91D3-AA5273426C86}">
      <dgm:prSet/>
      <dgm:spPr/>
      <dgm:t>
        <a:bodyPr/>
        <a:lstStyle/>
        <a:p>
          <a:endParaRPr lang="en-US"/>
        </a:p>
      </dgm:t>
    </dgm:pt>
    <dgm:pt modelId="{3AAFF615-28C2-4FE4-AF74-FD4161006AE7}">
      <dgm:prSet/>
      <dgm:spPr/>
      <dgm:t>
        <a:bodyPr/>
        <a:lstStyle/>
        <a:p>
          <a:r>
            <a:rPr lang="uk-UA" b="1"/>
            <a:t>Вони служать основою для керування операційними процесами та забезпечення відповідності нормативним вимогам.</a:t>
          </a:r>
          <a:endParaRPr lang="en-US"/>
        </a:p>
      </dgm:t>
    </dgm:pt>
    <dgm:pt modelId="{776442DD-E9D2-4F18-B8B6-979984B58BDE}" type="parTrans" cxnId="{17878B18-3323-4514-B88F-6AC5E48663A9}">
      <dgm:prSet/>
      <dgm:spPr/>
      <dgm:t>
        <a:bodyPr/>
        <a:lstStyle/>
        <a:p>
          <a:endParaRPr lang="en-US"/>
        </a:p>
      </dgm:t>
    </dgm:pt>
    <dgm:pt modelId="{425DEEAD-9F36-4DAF-93EF-49E72A734967}" type="sibTrans" cxnId="{17878B18-3323-4514-B88F-6AC5E48663A9}">
      <dgm:prSet/>
      <dgm:spPr/>
      <dgm:t>
        <a:bodyPr/>
        <a:lstStyle/>
        <a:p>
          <a:endParaRPr lang="en-US"/>
        </a:p>
      </dgm:t>
    </dgm:pt>
    <dgm:pt modelId="{83CCDF15-B205-48C3-ADE8-D62C75E8432D}" type="pres">
      <dgm:prSet presAssocID="{5B1238DC-5A35-45EE-9E6B-671CCA50FE99}" presName="outerComposite" presStyleCnt="0">
        <dgm:presLayoutVars>
          <dgm:chMax val="5"/>
          <dgm:dir/>
          <dgm:resizeHandles val="exact"/>
        </dgm:presLayoutVars>
      </dgm:prSet>
      <dgm:spPr/>
    </dgm:pt>
    <dgm:pt modelId="{DEFB4A83-87E1-4405-8837-1DD227028D49}" type="pres">
      <dgm:prSet presAssocID="{5B1238DC-5A35-45EE-9E6B-671CCA50FE99}" presName="dummyMaxCanvas" presStyleCnt="0">
        <dgm:presLayoutVars/>
      </dgm:prSet>
      <dgm:spPr/>
    </dgm:pt>
    <dgm:pt modelId="{E795705B-143D-4BF4-904A-4DF9437CCDED}" type="pres">
      <dgm:prSet presAssocID="{5B1238DC-5A35-45EE-9E6B-671CCA50FE99}" presName="TwoNodes_1" presStyleLbl="node1" presStyleIdx="0" presStyleCnt="2">
        <dgm:presLayoutVars>
          <dgm:bulletEnabled val="1"/>
        </dgm:presLayoutVars>
      </dgm:prSet>
      <dgm:spPr/>
    </dgm:pt>
    <dgm:pt modelId="{3E54453E-9ED1-4A35-AB15-BED9F4437699}" type="pres">
      <dgm:prSet presAssocID="{5B1238DC-5A35-45EE-9E6B-671CCA50FE99}" presName="TwoNodes_2" presStyleLbl="node1" presStyleIdx="1" presStyleCnt="2">
        <dgm:presLayoutVars>
          <dgm:bulletEnabled val="1"/>
        </dgm:presLayoutVars>
      </dgm:prSet>
      <dgm:spPr/>
    </dgm:pt>
    <dgm:pt modelId="{3B9E7683-B1A5-4B6B-AD55-8F75BF45721D}" type="pres">
      <dgm:prSet presAssocID="{5B1238DC-5A35-45EE-9E6B-671CCA50FE99}" presName="TwoConn_1-2" presStyleLbl="fgAccFollowNode1" presStyleIdx="0" presStyleCnt="1">
        <dgm:presLayoutVars>
          <dgm:bulletEnabled val="1"/>
        </dgm:presLayoutVars>
      </dgm:prSet>
      <dgm:spPr/>
    </dgm:pt>
    <dgm:pt modelId="{7E370B5A-4BA1-4B64-9C9B-FF9E79DA9D51}" type="pres">
      <dgm:prSet presAssocID="{5B1238DC-5A35-45EE-9E6B-671CCA50FE99}" presName="TwoNodes_1_text" presStyleLbl="node1" presStyleIdx="1" presStyleCnt="2">
        <dgm:presLayoutVars>
          <dgm:bulletEnabled val="1"/>
        </dgm:presLayoutVars>
      </dgm:prSet>
      <dgm:spPr/>
    </dgm:pt>
    <dgm:pt modelId="{55899E8E-20E1-456A-AC2F-76756C8867C1}" type="pres">
      <dgm:prSet presAssocID="{5B1238DC-5A35-45EE-9E6B-671CCA50FE99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17878B18-3323-4514-B88F-6AC5E48663A9}" srcId="{5B1238DC-5A35-45EE-9E6B-671CCA50FE99}" destId="{3AAFF615-28C2-4FE4-AF74-FD4161006AE7}" srcOrd="1" destOrd="0" parTransId="{776442DD-E9D2-4F18-B8B6-979984B58BDE}" sibTransId="{425DEEAD-9F36-4DAF-93EF-49E72A734967}"/>
    <dgm:cxn modelId="{0A0D1C73-B78D-443A-8858-3B2D53CE60C3}" type="presOf" srcId="{463264F3-85A3-4E8D-91EC-BBD79EEE4B4C}" destId="{7E370B5A-4BA1-4B64-9C9B-FF9E79DA9D51}" srcOrd="1" destOrd="0" presId="urn:microsoft.com/office/officeart/2005/8/layout/vProcess5"/>
    <dgm:cxn modelId="{E7867759-F330-48CF-91D3-AA5273426C86}" srcId="{5B1238DC-5A35-45EE-9E6B-671CCA50FE99}" destId="{463264F3-85A3-4E8D-91EC-BBD79EEE4B4C}" srcOrd="0" destOrd="0" parTransId="{93E7403F-7E96-4A82-B7BC-98FF84A69324}" sibTransId="{0520EA91-2DAF-4392-8090-139E9E776B97}"/>
    <dgm:cxn modelId="{78A00590-9C08-49E2-8846-7A8B65853D40}" type="presOf" srcId="{3AAFF615-28C2-4FE4-AF74-FD4161006AE7}" destId="{3E54453E-9ED1-4A35-AB15-BED9F4437699}" srcOrd="0" destOrd="0" presId="urn:microsoft.com/office/officeart/2005/8/layout/vProcess5"/>
    <dgm:cxn modelId="{62EF399C-C1B3-40DE-9017-6222F0DC1B9E}" type="presOf" srcId="{0520EA91-2DAF-4392-8090-139E9E776B97}" destId="{3B9E7683-B1A5-4B6B-AD55-8F75BF45721D}" srcOrd="0" destOrd="0" presId="urn:microsoft.com/office/officeart/2005/8/layout/vProcess5"/>
    <dgm:cxn modelId="{491219D9-46A7-4F01-A47D-E9C22A0B6332}" type="presOf" srcId="{463264F3-85A3-4E8D-91EC-BBD79EEE4B4C}" destId="{E795705B-143D-4BF4-904A-4DF9437CCDED}" srcOrd="0" destOrd="0" presId="urn:microsoft.com/office/officeart/2005/8/layout/vProcess5"/>
    <dgm:cxn modelId="{1584CBED-6C1A-4613-B3CC-8045F34FB9C6}" type="presOf" srcId="{5B1238DC-5A35-45EE-9E6B-671CCA50FE99}" destId="{83CCDF15-B205-48C3-ADE8-D62C75E8432D}" srcOrd="0" destOrd="0" presId="urn:microsoft.com/office/officeart/2005/8/layout/vProcess5"/>
    <dgm:cxn modelId="{11ACDBEE-B6E5-4F02-BDF5-769102E363A9}" type="presOf" srcId="{3AAFF615-28C2-4FE4-AF74-FD4161006AE7}" destId="{55899E8E-20E1-456A-AC2F-76756C8867C1}" srcOrd="1" destOrd="0" presId="urn:microsoft.com/office/officeart/2005/8/layout/vProcess5"/>
    <dgm:cxn modelId="{07829E1B-6472-4E42-A31F-BCFB59C9951B}" type="presParOf" srcId="{83CCDF15-B205-48C3-ADE8-D62C75E8432D}" destId="{DEFB4A83-87E1-4405-8837-1DD227028D49}" srcOrd="0" destOrd="0" presId="urn:microsoft.com/office/officeart/2005/8/layout/vProcess5"/>
    <dgm:cxn modelId="{7B097AAA-9E41-4FAA-80E4-27D5D6DFB58F}" type="presParOf" srcId="{83CCDF15-B205-48C3-ADE8-D62C75E8432D}" destId="{E795705B-143D-4BF4-904A-4DF9437CCDED}" srcOrd="1" destOrd="0" presId="urn:microsoft.com/office/officeart/2005/8/layout/vProcess5"/>
    <dgm:cxn modelId="{B49D25D3-C132-41CF-BAAE-E3581F0363DD}" type="presParOf" srcId="{83CCDF15-B205-48C3-ADE8-D62C75E8432D}" destId="{3E54453E-9ED1-4A35-AB15-BED9F4437699}" srcOrd="2" destOrd="0" presId="urn:microsoft.com/office/officeart/2005/8/layout/vProcess5"/>
    <dgm:cxn modelId="{03BE8678-F821-4D47-932C-47FC531B62C9}" type="presParOf" srcId="{83CCDF15-B205-48C3-ADE8-D62C75E8432D}" destId="{3B9E7683-B1A5-4B6B-AD55-8F75BF45721D}" srcOrd="3" destOrd="0" presId="urn:microsoft.com/office/officeart/2005/8/layout/vProcess5"/>
    <dgm:cxn modelId="{2AEF8952-2432-4AD8-A6C8-58A2951CA727}" type="presParOf" srcId="{83CCDF15-B205-48C3-ADE8-D62C75E8432D}" destId="{7E370B5A-4BA1-4B64-9C9B-FF9E79DA9D51}" srcOrd="4" destOrd="0" presId="urn:microsoft.com/office/officeart/2005/8/layout/vProcess5"/>
    <dgm:cxn modelId="{B5B0EE54-6288-4F4F-8105-852FD60ED5C5}" type="presParOf" srcId="{83CCDF15-B205-48C3-ADE8-D62C75E8432D}" destId="{55899E8E-20E1-456A-AC2F-76756C8867C1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32F887-1DE8-435B-9D44-062B9CC8DC03}" type="doc">
      <dgm:prSet loTypeId="urn:microsoft.com/office/officeart/2005/8/layout/matrix3" loCatId="matrix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6031461-7286-422F-9DFB-BE99F55DA88F}">
      <dgm:prSet/>
      <dgm:spPr/>
      <dgm:t>
        <a:bodyPr/>
        <a:lstStyle/>
        <a:p>
          <a:r>
            <a:rPr lang="uk-UA"/>
            <a:t>Процесний підхід у COBIT є ключовим елементом цієї методології управління ІТ. </a:t>
          </a:r>
          <a:endParaRPr lang="en-US"/>
        </a:p>
      </dgm:t>
    </dgm:pt>
    <dgm:pt modelId="{D6F1B1AE-B5A0-4803-8CBE-2DA93A0F9F0C}" type="parTrans" cxnId="{F6440797-4590-47BB-A59E-2C67C105DF63}">
      <dgm:prSet/>
      <dgm:spPr/>
      <dgm:t>
        <a:bodyPr/>
        <a:lstStyle/>
        <a:p>
          <a:endParaRPr lang="en-US"/>
        </a:p>
      </dgm:t>
    </dgm:pt>
    <dgm:pt modelId="{1B409DFF-05BB-4DB7-91E0-81DFBCAD4C27}" type="sibTrans" cxnId="{F6440797-4590-47BB-A59E-2C67C105DF63}">
      <dgm:prSet/>
      <dgm:spPr/>
      <dgm:t>
        <a:bodyPr/>
        <a:lstStyle/>
        <a:p>
          <a:endParaRPr lang="en-US"/>
        </a:p>
      </dgm:t>
    </dgm:pt>
    <dgm:pt modelId="{4116EEBE-E187-41A7-8EEC-6D4EF681653C}">
      <dgm:prSet/>
      <dgm:spPr/>
      <dgm:t>
        <a:bodyPr/>
        <a:lstStyle/>
        <a:p>
          <a:r>
            <a:rPr lang="uk-UA"/>
            <a:t>Він базується на розгляді діяльності організації як мережі взаємопов'язаних бізнес-процесів, а не як сукупності окремих функцій. </a:t>
          </a:r>
          <a:endParaRPr lang="en-US"/>
        </a:p>
      </dgm:t>
    </dgm:pt>
    <dgm:pt modelId="{5896EBDB-1CA9-4831-B451-FFFADD964385}" type="parTrans" cxnId="{F7994910-0F1A-47CE-946B-82AE0D574E3C}">
      <dgm:prSet/>
      <dgm:spPr/>
      <dgm:t>
        <a:bodyPr/>
        <a:lstStyle/>
        <a:p>
          <a:endParaRPr lang="en-US"/>
        </a:p>
      </dgm:t>
    </dgm:pt>
    <dgm:pt modelId="{C50161C3-F8B3-4AAF-8A06-D06C4A2A70E5}" type="sibTrans" cxnId="{F7994910-0F1A-47CE-946B-82AE0D574E3C}">
      <dgm:prSet/>
      <dgm:spPr/>
      <dgm:t>
        <a:bodyPr/>
        <a:lstStyle/>
        <a:p>
          <a:endParaRPr lang="en-US"/>
        </a:p>
      </dgm:t>
    </dgm:pt>
    <dgm:pt modelId="{94731AFD-4F41-43B3-B2D6-C7B7CD55295D}">
      <dgm:prSet/>
      <dgm:spPr/>
      <dgm:t>
        <a:bodyPr/>
        <a:lstStyle/>
        <a:p>
          <a:r>
            <a:rPr lang="uk-UA" dirty="0"/>
            <a:t>У контексті COBIT, процесний підхід передбачає визначення, моделювання, аналіз та постійне вдосконалення бізнес-процесів організації. </a:t>
          </a:r>
          <a:endParaRPr lang="en-US" dirty="0"/>
        </a:p>
      </dgm:t>
    </dgm:pt>
    <dgm:pt modelId="{38723DD2-A22F-4E20-89C9-91C123F3301B}" type="parTrans" cxnId="{C43A1B7A-DAE2-4E83-BA3E-6E114D062A8D}">
      <dgm:prSet/>
      <dgm:spPr/>
      <dgm:t>
        <a:bodyPr/>
        <a:lstStyle/>
        <a:p>
          <a:endParaRPr lang="en-US"/>
        </a:p>
      </dgm:t>
    </dgm:pt>
    <dgm:pt modelId="{948252BC-EE93-4B7D-B6DF-83BE99009EFD}" type="sibTrans" cxnId="{C43A1B7A-DAE2-4E83-BA3E-6E114D062A8D}">
      <dgm:prSet/>
      <dgm:spPr/>
      <dgm:t>
        <a:bodyPr/>
        <a:lstStyle/>
        <a:p>
          <a:endParaRPr lang="en-US"/>
        </a:p>
      </dgm:t>
    </dgm:pt>
    <dgm:pt modelId="{365643CF-87D1-4C61-97B4-7594BE92E84A}" type="pres">
      <dgm:prSet presAssocID="{9232F887-1DE8-435B-9D44-062B9CC8DC03}" presName="matrix" presStyleCnt="0">
        <dgm:presLayoutVars>
          <dgm:chMax val="1"/>
          <dgm:dir/>
          <dgm:resizeHandles val="exact"/>
        </dgm:presLayoutVars>
      </dgm:prSet>
      <dgm:spPr/>
    </dgm:pt>
    <dgm:pt modelId="{54335A98-B52F-4C36-B5E9-E683DD7EB333}" type="pres">
      <dgm:prSet presAssocID="{9232F887-1DE8-435B-9D44-062B9CC8DC03}" presName="diamond" presStyleLbl="bgShp" presStyleIdx="0" presStyleCnt="1"/>
      <dgm:spPr/>
    </dgm:pt>
    <dgm:pt modelId="{03BD6314-D734-454E-8A0D-02A473848220}" type="pres">
      <dgm:prSet presAssocID="{9232F887-1DE8-435B-9D44-062B9CC8DC0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20AE206-B910-4AD0-AD23-A28D874145A8}" type="pres">
      <dgm:prSet presAssocID="{9232F887-1DE8-435B-9D44-062B9CC8DC0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7B476FC-E2A5-4762-920E-B3A4B4B64674}" type="pres">
      <dgm:prSet presAssocID="{9232F887-1DE8-435B-9D44-062B9CC8DC03}" presName="quad3" presStyleLbl="node1" presStyleIdx="2" presStyleCnt="4" custLinFactNeighborX="65590" custLinFactNeighborY="-444">
        <dgm:presLayoutVars>
          <dgm:chMax val="0"/>
          <dgm:chPref val="0"/>
          <dgm:bulletEnabled val="1"/>
        </dgm:presLayoutVars>
      </dgm:prSet>
      <dgm:spPr/>
    </dgm:pt>
    <dgm:pt modelId="{DABB8868-EB87-428F-9D21-31FA67E7EC2C}" type="pres">
      <dgm:prSet presAssocID="{9232F887-1DE8-435B-9D44-062B9CC8DC03}" presName="quad4" presStyleLbl="node1" presStyleIdx="3" presStyleCnt="4" custFlipVert="1" custScaleX="1883" custScaleY="4449" custLinFactX="-136047" custLinFactNeighborX="-200000" custLinFactNeighborY="73243">
        <dgm:presLayoutVars>
          <dgm:chMax val="0"/>
          <dgm:chPref val="0"/>
          <dgm:bulletEnabled val="1"/>
        </dgm:presLayoutVars>
      </dgm:prSet>
      <dgm:spPr/>
    </dgm:pt>
  </dgm:ptLst>
  <dgm:cxnLst>
    <dgm:cxn modelId="{F7994910-0F1A-47CE-946B-82AE0D574E3C}" srcId="{9232F887-1DE8-435B-9D44-062B9CC8DC03}" destId="{4116EEBE-E187-41A7-8EEC-6D4EF681653C}" srcOrd="1" destOrd="0" parTransId="{5896EBDB-1CA9-4831-B451-FFFADD964385}" sibTransId="{C50161C3-F8B3-4AAF-8A06-D06C4A2A70E5}"/>
    <dgm:cxn modelId="{3AFFFD23-D035-43B1-9E59-3A4E25310CEC}" type="presOf" srcId="{94731AFD-4F41-43B3-B2D6-C7B7CD55295D}" destId="{F7B476FC-E2A5-4762-920E-B3A4B4B64674}" srcOrd="0" destOrd="0" presId="urn:microsoft.com/office/officeart/2005/8/layout/matrix3"/>
    <dgm:cxn modelId="{6C5F5928-E6A7-4AA4-BB2A-5A0B5E0257CE}" type="presOf" srcId="{4116EEBE-E187-41A7-8EEC-6D4EF681653C}" destId="{420AE206-B910-4AD0-AD23-A28D874145A8}" srcOrd="0" destOrd="0" presId="urn:microsoft.com/office/officeart/2005/8/layout/matrix3"/>
    <dgm:cxn modelId="{C43A1B7A-DAE2-4E83-BA3E-6E114D062A8D}" srcId="{9232F887-1DE8-435B-9D44-062B9CC8DC03}" destId="{94731AFD-4F41-43B3-B2D6-C7B7CD55295D}" srcOrd="2" destOrd="0" parTransId="{38723DD2-A22F-4E20-89C9-91C123F3301B}" sibTransId="{948252BC-EE93-4B7D-B6DF-83BE99009EFD}"/>
    <dgm:cxn modelId="{F6440797-4590-47BB-A59E-2C67C105DF63}" srcId="{9232F887-1DE8-435B-9D44-062B9CC8DC03}" destId="{66031461-7286-422F-9DFB-BE99F55DA88F}" srcOrd="0" destOrd="0" parTransId="{D6F1B1AE-B5A0-4803-8CBE-2DA93A0F9F0C}" sibTransId="{1B409DFF-05BB-4DB7-91E0-81DFBCAD4C27}"/>
    <dgm:cxn modelId="{013EE6C1-DEB3-4988-8353-31A8A69651D8}" type="presOf" srcId="{9232F887-1DE8-435B-9D44-062B9CC8DC03}" destId="{365643CF-87D1-4C61-97B4-7594BE92E84A}" srcOrd="0" destOrd="0" presId="urn:microsoft.com/office/officeart/2005/8/layout/matrix3"/>
    <dgm:cxn modelId="{46F55ED4-AE96-458C-855E-7B1F2578F6F2}" type="presOf" srcId="{66031461-7286-422F-9DFB-BE99F55DA88F}" destId="{03BD6314-D734-454E-8A0D-02A473848220}" srcOrd="0" destOrd="0" presId="urn:microsoft.com/office/officeart/2005/8/layout/matrix3"/>
    <dgm:cxn modelId="{06C08114-2779-4B9B-AF46-F91B1D5A192A}" type="presParOf" srcId="{365643CF-87D1-4C61-97B4-7594BE92E84A}" destId="{54335A98-B52F-4C36-B5E9-E683DD7EB333}" srcOrd="0" destOrd="0" presId="urn:microsoft.com/office/officeart/2005/8/layout/matrix3"/>
    <dgm:cxn modelId="{34ED63A5-D82C-48BB-A880-9953EA89A5F2}" type="presParOf" srcId="{365643CF-87D1-4C61-97B4-7594BE92E84A}" destId="{03BD6314-D734-454E-8A0D-02A473848220}" srcOrd="1" destOrd="0" presId="urn:microsoft.com/office/officeart/2005/8/layout/matrix3"/>
    <dgm:cxn modelId="{56A82DE9-BFB6-4983-9774-5904D57A36F4}" type="presParOf" srcId="{365643CF-87D1-4C61-97B4-7594BE92E84A}" destId="{420AE206-B910-4AD0-AD23-A28D874145A8}" srcOrd="2" destOrd="0" presId="urn:microsoft.com/office/officeart/2005/8/layout/matrix3"/>
    <dgm:cxn modelId="{F89AAB80-FEC3-47CC-B858-77A340B0F138}" type="presParOf" srcId="{365643CF-87D1-4C61-97B4-7594BE92E84A}" destId="{F7B476FC-E2A5-4762-920E-B3A4B4B64674}" srcOrd="3" destOrd="0" presId="urn:microsoft.com/office/officeart/2005/8/layout/matrix3"/>
    <dgm:cxn modelId="{9A202A57-A2A2-4533-A28E-8B4187061B1F}" type="presParOf" srcId="{365643CF-87D1-4C61-97B4-7594BE92E84A}" destId="{DABB8868-EB87-428F-9D21-31FA67E7EC2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5740499-842B-4EF3-AA00-6D83BE21F80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D2D5E60-2C0F-43BE-A9F1-35D378CB1541}">
      <dgm:prSet/>
      <dgm:spPr/>
      <dgm:t>
        <a:bodyPr/>
        <a:lstStyle/>
        <a:p>
          <a:r>
            <a:rPr lang="uk-UA" b="1" dirty="0"/>
            <a:t>Процесна модель COBIT</a:t>
          </a:r>
          <a:br>
            <a:rPr lang="uk-UA" b="1" dirty="0"/>
          </a:br>
          <a:endParaRPr lang="en-US" dirty="0"/>
        </a:p>
      </dgm:t>
    </dgm:pt>
    <dgm:pt modelId="{3B1D3458-1D86-4026-A617-3FE615BBC7FF}" type="parTrans" cxnId="{4E135A4B-76D4-4CE9-901E-61FBC4D9B45E}">
      <dgm:prSet/>
      <dgm:spPr/>
      <dgm:t>
        <a:bodyPr/>
        <a:lstStyle/>
        <a:p>
          <a:endParaRPr lang="en-US"/>
        </a:p>
      </dgm:t>
    </dgm:pt>
    <dgm:pt modelId="{51D77F79-F55E-4F29-8CD8-EC2391C43BEC}" type="sibTrans" cxnId="{4E135A4B-76D4-4CE9-901E-61FBC4D9B45E}">
      <dgm:prSet/>
      <dgm:spPr/>
      <dgm:t>
        <a:bodyPr/>
        <a:lstStyle/>
        <a:p>
          <a:endParaRPr lang="en-US"/>
        </a:p>
      </dgm:t>
    </dgm:pt>
    <dgm:pt modelId="{14915063-4F0D-4C57-9008-DC6DF028DE0C}">
      <dgm:prSet/>
      <dgm:spPr/>
      <dgm:t>
        <a:bodyPr/>
        <a:lstStyle/>
        <a:p>
          <a:r>
            <a:rPr lang="uk-UA" b="1" dirty="0"/>
            <a:t>5 доменів</a:t>
          </a:r>
          <a:br>
            <a:rPr lang="uk-UA" b="1" dirty="0"/>
          </a:br>
          <a:endParaRPr lang="en-US" dirty="0"/>
        </a:p>
      </dgm:t>
    </dgm:pt>
    <dgm:pt modelId="{7DD71B4B-D224-471D-ABFB-5A38F94B9EE0}" type="parTrans" cxnId="{9ED16298-7774-400F-84AF-E5818F6DDE4B}">
      <dgm:prSet/>
      <dgm:spPr/>
      <dgm:t>
        <a:bodyPr/>
        <a:lstStyle/>
        <a:p>
          <a:endParaRPr lang="en-US"/>
        </a:p>
      </dgm:t>
    </dgm:pt>
    <dgm:pt modelId="{C3957B82-A2E3-40E5-8591-4F7A7C9F2190}" type="sibTrans" cxnId="{9ED16298-7774-400F-84AF-E5818F6DDE4B}">
      <dgm:prSet/>
      <dgm:spPr/>
      <dgm:t>
        <a:bodyPr/>
        <a:lstStyle/>
        <a:p>
          <a:endParaRPr lang="en-US"/>
        </a:p>
      </dgm:t>
    </dgm:pt>
    <dgm:pt modelId="{6150CD9E-9D14-4B3D-B745-1FB77B1CDE4C}">
      <dgm:prSet/>
      <dgm:spPr/>
      <dgm:t>
        <a:bodyPr/>
        <a:lstStyle/>
        <a:p>
          <a:pPr>
            <a:buFont typeface="+mj-lt"/>
            <a:buAutoNum type="arabicPeriod"/>
          </a:pPr>
          <a:r>
            <a:rPr lang="uk-UA" dirty="0"/>
            <a:t>Узгодження, планування та організація</a:t>
          </a:r>
          <a:br>
            <a:rPr lang="uk-UA" dirty="0"/>
          </a:br>
          <a:endParaRPr lang="en-US" dirty="0"/>
        </a:p>
      </dgm:t>
    </dgm:pt>
    <dgm:pt modelId="{F8760438-928F-48A1-8EB7-AD5BF37DDECD}" type="parTrans" cxnId="{D708E132-3E36-4788-96C7-4DF278B4E122}">
      <dgm:prSet/>
      <dgm:spPr/>
      <dgm:t>
        <a:bodyPr/>
        <a:lstStyle/>
        <a:p>
          <a:endParaRPr lang="en-US"/>
        </a:p>
      </dgm:t>
    </dgm:pt>
    <dgm:pt modelId="{A0939BEA-5468-4BC5-88CE-8C20DDAE65E0}" type="sibTrans" cxnId="{D708E132-3E36-4788-96C7-4DF278B4E122}">
      <dgm:prSet/>
      <dgm:spPr/>
      <dgm:t>
        <a:bodyPr/>
        <a:lstStyle/>
        <a:p>
          <a:endParaRPr lang="en-US"/>
        </a:p>
      </dgm:t>
    </dgm:pt>
    <dgm:pt modelId="{FB74C728-4F57-44BE-B7F4-F4356C4B5B64}">
      <dgm:prSet/>
      <dgm:spPr/>
      <dgm:t>
        <a:bodyPr/>
        <a:lstStyle/>
        <a:p>
          <a:pPr>
            <a:buFont typeface="+mj-lt"/>
            <a:buAutoNum type="arabicPeriod"/>
          </a:pPr>
          <a:r>
            <a:rPr lang="uk-UA" dirty="0"/>
            <a:t>Побудова, придбання та впровадження</a:t>
          </a:r>
          <a:br>
            <a:rPr lang="uk-UA" dirty="0"/>
          </a:br>
          <a:endParaRPr lang="en-US" dirty="0"/>
        </a:p>
      </dgm:t>
    </dgm:pt>
    <dgm:pt modelId="{75EAFC92-C779-488E-ACE5-58A596F62671}" type="parTrans" cxnId="{0449CB51-55F3-4763-9F85-4BDF3EBECE55}">
      <dgm:prSet/>
      <dgm:spPr/>
      <dgm:t>
        <a:bodyPr/>
        <a:lstStyle/>
        <a:p>
          <a:endParaRPr lang="en-US"/>
        </a:p>
      </dgm:t>
    </dgm:pt>
    <dgm:pt modelId="{ABD140DF-E0B0-4DC5-BBF6-614D96F5BC70}" type="sibTrans" cxnId="{0449CB51-55F3-4763-9F85-4BDF3EBECE55}">
      <dgm:prSet/>
      <dgm:spPr/>
      <dgm:t>
        <a:bodyPr/>
        <a:lstStyle/>
        <a:p>
          <a:endParaRPr lang="en-US"/>
        </a:p>
      </dgm:t>
    </dgm:pt>
    <dgm:pt modelId="{DCDB2935-8980-4559-B4AF-9AD9AFB98CDD}">
      <dgm:prSet/>
      <dgm:spPr/>
      <dgm:t>
        <a:bodyPr/>
        <a:lstStyle/>
        <a:p>
          <a:pPr>
            <a:buFont typeface="+mj-lt"/>
            <a:buAutoNum type="arabicPeriod"/>
          </a:pPr>
          <a:r>
            <a:rPr lang="uk-UA" dirty="0"/>
            <a:t>Доставка, обслуговування та підтримка</a:t>
          </a:r>
          <a:br>
            <a:rPr lang="uk-UA" dirty="0"/>
          </a:br>
          <a:endParaRPr lang="en-US" dirty="0"/>
        </a:p>
      </dgm:t>
    </dgm:pt>
    <dgm:pt modelId="{FDC66D68-0674-4EF2-A225-EBABECBD76E7}" type="parTrans" cxnId="{B7919990-2CAA-4726-98DA-A8DB8A7A52EA}">
      <dgm:prSet/>
      <dgm:spPr/>
      <dgm:t>
        <a:bodyPr/>
        <a:lstStyle/>
        <a:p>
          <a:endParaRPr lang="en-US"/>
        </a:p>
      </dgm:t>
    </dgm:pt>
    <dgm:pt modelId="{5279D357-C7BA-49FC-ADBA-7D55F18BB885}" type="sibTrans" cxnId="{B7919990-2CAA-4726-98DA-A8DB8A7A52EA}">
      <dgm:prSet/>
      <dgm:spPr/>
      <dgm:t>
        <a:bodyPr/>
        <a:lstStyle/>
        <a:p>
          <a:endParaRPr lang="en-US"/>
        </a:p>
      </dgm:t>
    </dgm:pt>
    <dgm:pt modelId="{F0788CA7-0D7C-46E4-8F5F-9BA6F88D7054}">
      <dgm:prSet/>
      <dgm:spPr/>
      <dgm:t>
        <a:bodyPr/>
        <a:lstStyle/>
        <a:p>
          <a:pPr>
            <a:buFont typeface="+mj-lt"/>
            <a:buAutoNum type="arabicPeriod"/>
          </a:pPr>
          <a:r>
            <a:rPr lang="uk-UA" dirty="0"/>
            <a:t>Моніторинг, оцінка та аналіз</a:t>
          </a:r>
          <a:br>
            <a:rPr lang="uk-UA" dirty="0"/>
          </a:br>
          <a:endParaRPr lang="en-US" dirty="0"/>
        </a:p>
      </dgm:t>
    </dgm:pt>
    <dgm:pt modelId="{64740569-5097-4BD8-9D22-ABB5F5B03FAF}" type="parTrans" cxnId="{74365D0A-2402-4330-952A-9960C58C1F20}">
      <dgm:prSet/>
      <dgm:spPr/>
      <dgm:t>
        <a:bodyPr/>
        <a:lstStyle/>
        <a:p>
          <a:endParaRPr lang="en-US"/>
        </a:p>
      </dgm:t>
    </dgm:pt>
    <dgm:pt modelId="{CF6297F2-F3EA-45D8-AC05-E3F5B789DCD6}" type="sibTrans" cxnId="{74365D0A-2402-4330-952A-9960C58C1F20}">
      <dgm:prSet/>
      <dgm:spPr/>
      <dgm:t>
        <a:bodyPr/>
        <a:lstStyle/>
        <a:p>
          <a:endParaRPr lang="en-US"/>
        </a:p>
      </dgm:t>
    </dgm:pt>
    <dgm:pt modelId="{663D7165-1E96-48B9-874C-6C569A0EB666}">
      <dgm:prSet/>
      <dgm:spPr/>
      <dgm:t>
        <a:bodyPr/>
        <a:lstStyle/>
        <a:p>
          <a:pPr>
            <a:buFont typeface="+mj-lt"/>
            <a:buAutoNum type="arabicPeriod"/>
          </a:pPr>
          <a:r>
            <a:rPr lang="uk-UA" dirty="0"/>
            <a:t>Управління та нагляд</a:t>
          </a:r>
          <a:br>
            <a:rPr lang="uk-UA" dirty="0"/>
          </a:br>
          <a:endParaRPr lang="en-US" dirty="0"/>
        </a:p>
      </dgm:t>
    </dgm:pt>
    <dgm:pt modelId="{CB29A1A4-3E76-4A88-ACB0-5EAF68C6AB07}" type="parTrans" cxnId="{8FEAE77B-8582-4421-A83A-914B00514A3C}">
      <dgm:prSet/>
      <dgm:spPr/>
      <dgm:t>
        <a:bodyPr/>
        <a:lstStyle/>
        <a:p>
          <a:endParaRPr lang="en-US"/>
        </a:p>
      </dgm:t>
    </dgm:pt>
    <dgm:pt modelId="{40F2FA18-CF79-4DB1-B9F6-2C4C48CAC306}" type="sibTrans" cxnId="{8FEAE77B-8582-4421-A83A-914B00514A3C}">
      <dgm:prSet/>
      <dgm:spPr/>
      <dgm:t>
        <a:bodyPr/>
        <a:lstStyle/>
        <a:p>
          <a:endParaRPr lang="en-US"/>
        </a:p>
      </dgm:t>
    </dgm:pt>
    <dgm:pt modelId="{35305D70-2C17-4E89-A593-65C016710596}" type="pres">
      <dgm:prSet presAssocID="{95740499-842B-4EF3-AA00-6D83BE21F806}" presName="linear" presStyleCnt="0">
        <dgm:presLayoutVars>
          <dgm:animLvl val="lvl"/>
          <dgm:resizeHandles val="exact"/>
        </dgm:presLayoutVars>
      </dgm:prSet>
      <dgm:spPr/>
    </dgm:pt>
    <dgm:pt modelId="{F2393251-CC40-480F-83DC-CC3BBDC74B2D}" type="pres">
      <dgm:prSet presAssocID="{FD2D5E60-2C0F-43BE-A9F1-35D378CB154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B884B87-9522-4367-949A-38922AEAF0EB}" type="pres">
      <dgm:prSet presAssocID="{51D77F79-F55E-4F29-8CD8-EC2391C43BEC}" presName="spacer" presStyleCnt="0"/>
      <dgm:spPr/>
    </dgm:pt>
    <dgm:pt modelId="{C105C86D-BDB4-46AD-8E6A-BFF63ABACB25}" type="pres">
      <dgm:prSet presAssocID="{14915063-4F0D-4C57-9008-DC6DF028DE0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A626D5-180F-4B0B-9E4E-D5F5ECDC358B}" type="pres">
      <dgm:prSet presAssocID="{14915063-4F0D-4C57-9008-DC6DF028DE0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4365D0A-2402-4330-952A-9960C58C1F20}" srcId="{14915063-4F0D-4C57-9008-DC6DF028DE0C}" destId="{F0788CA7-0D7C-46E4-8F5F-9BA6F88D7054}" srcOrd="3" destOrd="0" parTransId="{64740569-5097-4BD8-9D22-ABB5F5B03FAF}" sibTransId="{CF6297F2-F3EA-45D8-AC05-E3F5B789DCD6}"/>
    <dgm:cxn modelId="{5EA07C11-A6F3-4104-AE60-33DCDF48FA4D}" type="presOf" srcId="{FB74C728-4F57-44BE-B7F4-F4356C4B5B64}" destId="{86A626D5-180F-4B0B-9E4E-D5F5ECDC358B}" srcOrd="0" destOrd="1" presId="urn:microsoft.com/office/officeart/2005/8/layout/vList2"/>
    <dgm:cxn modelId="{9F528311-84D0-4B3B-9F04-7446A69D72E3}" type="presOf" srcId="{F0788CA7-0D7C-46E4-8F5F-9BA6F88D7054}" destId="{86A626D5-180F-4B0B-9E4E-D5F5ECDC358B}" srcOrd="0" destOrd="3" presId="urn:microsoft.com/office/officeart/2005/8/layout/vList2"/>
    <dgm:cxn modelId="{07C45620-0125-4B0B-B768-8BEE04F1B15F}" type="presOf" srcId="{663D7165-1E96-48B9-874C-6C569A0EB666}" destId="{86A626D5-180F-4B0B-9E4E-D5F5ECDC358B}" srcOrd="0" destOrd="4" presId="urn:microsoft.com/office/officeart/2005/8/layout/vList2"/>
    <dgm:cxn modelId="{A64A0D31-25AD-42C5-BF66-AC06EB1C1028}" type="presOf" srcId="{14915063-4F0D-4C57-9008-DC6DF028DE0C}" destId="{C105C86D-BDB4-46AD-8E6A-BFF63ABACB25}" srcOrd="0" destOrd="0" presId="urn:microsoft.com/office/officeart/2005/8/layout/vList2"/>
    <dgm:cxn modelId="{D708E132-3E36-4788-96C7-4DF278B4E122}" srcId="{14915063-4F0D-4C57-9008-DC6DF028DE0C}" destId="{6150CD9E-9D14-4B3D-B745-1FB77B1CDE4C}" srcOrd="0" destOrd="0" parTransId="{F8760438-928F-48A1-8EB7-AD5BF37DDECD}" sibTransId="{A0939BEA-5468-4BC5-88CE-8C20DDAE65E0}"/>
    <dgm:cxn modelId="{4E135A4B-76D4-4CE9-901E-61FBC4D9B45E}" srcId="{95740499-842B-4EF3-AA00-6D83BE21F806}" destId="{FD2D5E60-2C0F-43BE-A9F1-35D378CB1541}" srcOrd="0" destOrd="0" parTransId="{3B1D3458-1D86-4026-A617-3FE615BBC7FF}" sibTransId="{51D77F79-F55E-4F29-8CD8-EC2391C43BEC}"/>
    <dgm:cxn modelId="{0449CB51-55F3-4763-9F85-4BDF3EBECE55}" srcId="{14915063-4F0D-4C57-9008-DC6DF028DE0C}" destId="{FB74C728-4F57-44BE-B7F4-F4356C4B5B64}" srcOrd="1" destOrd="0" parTransId="{75EAFC92-C779-488E-ACE5-58A596F62671}" sibTransId="{ABD140DF-E0B0-4DC5-BBF6-614D96F5BC70}"/>
    <dgm:cxn modelId="{8FEAE77B-8582-4421-A83A-914B00514A3C}" srcId="{14915063-4F0D-4C57-9008-DC6DF028DE0C}" destId="{663D7165-1E96-48B9-874C-6C569A0EB666}" srcOrd="4" destOrd="0" parTransId="{CB29A1A4-3E76-4A88-ACB0-5EAF68C6AB07}" sibTransId="{40F2FA18-CF79-4DB1-B9F6-2C4C48CAC306}"/>
    <dgm:cxn modelId="{B7919990-2CAA-4726-98DA-A8DB8A7A52EA}" srcId="{14915063-4F0D-4C57-9008-DC6DF028DE0C}" destId="{DCDB2935-8980-4559-B4AF-9AD9AFB98CDD}" srcOrd="2" destOrd="0" parTransId="{FDC66D68-0674-4EF2-A225-EBABECBD76E7}" sibTransId="{5279D357-C7BA-49FC-ADBA-7D55F18BB885}"/>
    <dgm:cxn modelId="{9ED16298-7774-400F-84AF-E5818F6DDE4B}" srcId="{95740499-842B-4EF3-AA00-6D83BE21F806}" destId="{14915063-4F0D-4C57-9008-DC6DF028DE0C}" srcOrd="1" destOrd="0" parTransId="{7DD71B4B-D224-471D-ABFB-5A38F94B9EE0}" sibTransId="{C3957B82-A2E3-40E5-8591-4F7A7C9F2190}"/>
    <dgm:cxn modelId="{E453CBB1-7564-47A5-8C83-47CABCF88E53}" type="presOf" srcId="{FD2D5E60-2C0F-43BE-A9F1-35D378CB1541}" destId="{F2393251-CC40-480F-83DC-CC3BBDC74B2D}" srcOrd="0" destOrd="0" presId="urn:microsoft.com/office/officeart/2005/8/layout/vList2"/>
    <dgm:cxn modelId="{DE17BABD-660F-4071-8AED-FE62B31C5B2E}" type="presOf" srcId="{DCDB2935-8980-4559-B4AF-9AD9AFB98CDD}" destId="{86A626D5-180F-4B0B-9E4E-D5F5ECDC358B}" srcOrd="0" destOrd="2" presId="urn:microsoft.com/office/officeart/2005/8/layout/vList2"/>
    <dgm:cxn modelId="{37ED5AD0-6713-43C1-9C54-B3B22ADA1D90}" type="presOf" srcId="{6150CD9E-9D14-4B3D-B745-1FB77B1CDE4C}" destId="{86A626D5-180F-4B0B-9E4E-D5F5ECDC358B}" srcOrd="0" destOrd="0" presId="urn:microsoft.com/office/officeart/2005/8/layout/vList2"/>
    <dgm:cxn modelId="{3A6CD7F0-1189-4B8A-A0E2-7AA11D8547D5}" type="presOf" srcId="{95740499-842B-4EF3-AA00-6D83BE21F806}" destId="{35305D70-2C17-4E89-A593-65C016710596}" srcOrd="0" destOrd="0" presId="urn:microsoft.com/office/officeart/2005/8/layout/vList2"/>
    <dgm:cxn modelId="{9E73D04E-006E-4907-8CC2-1F5AA56C2003}" type="presParOf" srcId="{35305D70-2C17-4E89-A593-65C016710596}" destId="{F2393251-CC40-480F-83DC-CC3BBDC74B2D}" srcOrd="0" destOrd="0" presId="urn:microsoft.com/office/officeart/2005/8/layout/vList2"/>
    <dgm:cxn modelId="{8E457035-280A-4E76-B0A3-AFBEB4FC3EA1}" type="presParOf" srcId="{35305D70-2C17-4E89-A593-65C016710596}" destId="{AB884B87-9522-4367-949A-38922AEAF0EB}" srcOrd="1" destOrd="0" presId="urn:microsoft.com/office/officeart/2005/8/layout/vList2"/>
    <dgm:cxn modelId="{A553F0E6-6DA8-4999-AF0D-740170EC34B3}" type="presParOf" srcId="{35305D70-2C17-4E89-A593-65C016710596}" destId="{C105C86D-BDB4-46AD-8E6A-BFF63ABACB25}" srcOrd="2" destOrd="0" presId="urn:microsoft.com/office/officeart/2005/8/layout/vList2"/>
    <dgm:cxn modelId="{20A3C19A-5AA3-47F7-9422-CB7B7973A49F}" type="presParOf" srcId="{35305D70-2C17-4E89-A593-65C016710596}" destId="{86A626D5-180F-4B0B-9E4E-D5F5ECDC358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4B1957-9867-43AA-99C3-29B2E38E68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EED6C6B-E3A0-4E5C-AB4F-B7692BB0774A}">
      <dgm:prSet/>
      <dgm:spPr/>
      <dgm:t>
        <a:bodyPr/>
        <a:lstStyle/>
        <a:p>
          <a:r>
            <a:rPr lang="uk-UA"/>
            <a:t>Одним з ключових аспектів процесного підходу в COBIT є розуміння взаємозв'язків між різними процесами. </a:t>
          </a:r>
          <a:endParaRPr lang="en-US"/>
        </a:p>
      </dgm:t>
    </dgm:pt>
    <dgm:pt modelId="{EC309FCB-CF3F-4DA9-AD58-7D9C6EE03811}" type="parTrans" cxnId="{4ADCE08C-039C-4D27-BCE4-5D5C8E666B1E}">
      <dgm:prSet/>
      <dgm:spPr/>
      <dgm:t>
        <a:bodyPr/>
        <a:lstStyle/>
        <a:p>
          <a:endParaRPr lang="en-US"/>
        </a:p>
      </dgm:t>
    </dgm:pt>
    <dgm:pt modelId="{1CCD6B04-47B3-4EE7-B4C8-35D7E9B6403D}" type="sibTrans" cxnId="{4ADCE08C-039C-4D27-BCE4-5D5C8E666B1E}">
      <dgm:prSet/>
      <dgm:spPr/>
      <dgm:t>
        <a:bodyPr/>
        <a:lstStyle/>
        <a:p>
          <a:endParaRPr lang="en-US"/>
        </a:p>
      </dgm:t>
    </dgm:pt>
    <dgm:pt modelId="{052FD56D-7266-4FEF-83B0-1B6F1537A13F}">
      <dgm:prSet/>
      <dgm:spPr/>
      <dgm:t>
        <a:bodyPr/>
        <a:lstStyle/>
        <a:p>
          <a:r>
            <a:rPr lang="uk-UA"/>
            <a:t>Ці взаємозв'язки формують складну мережу, де вихід одного процесу може бути входом для іншого.</a:t>
          </a:r>
          <a:endParaRPr lang="en-US"/>
        </a:p>
      </dgm:t>
    </dgm:pt>
    <dgm:pt modelId="{155CC24B-A8C0-4A56-A631-05CCD1A64061}" type="parTrans" cxnId="{0D0F5FA7-3BE3-4621-9EEE-1FF36FFB1FCC}">
      <dgm:prSet/>
      <dgm:spPr/>
      <dgm:t>
        <a:bodyPr/>
        <a:lstStyle/>
        <a:p>
          <a:endParaRPr lang="en-US"/>
        </a:p>
      </dgm:t>
    </dgm:pt>
    <dgm:pt modelId="{BBB9CE6A-617F-42D8-BF13-6B1BEE7967AB}" type="sibTrans" cxnId="{0D0F5FA7-3BE3-4621-9EEE-1FF36FFB1FCC}">
      <dgm:prSet/>
      <dgm:spPr/>
      <dgm:t>
        <a:bodyPr/>
        <a:lstStyle/>
        <a:p>
          <a:endParaRPr lang="en-US"/>
        </a:p>
      </dgm:t>
    </dgm:pt>
    <dgm:pt modelId="{8426C2F7-272A-4797-BCC1-FE0273A72A69}">
      <dgm:prSet/>
      <dgm:spPr/>
      <dgm:t>
        <a:bodyPr/>
        <a:lstStyle/>
        <a:p>
          <a:r>
            <a:rPr lang="uk-UA"/>
            <a:t>Важливо зазначити, що процесний підхід у COBIT не є статичним. </a:t>
          </a:r>
          <a:endParaRPr lang="en-US"/>
        </a:p>
      </dgm:t>
    </dgm:pt>
    <dgm:pt modelId="{4B7A458B-3C1E-4BF6-A847-7805384B3ED1}" type="parTrans" cxnId="{99B76AB2-7C0A-471D-B022-89D7814594AC}">
      <dgm:prSet/>
      <dgm:spPr/>
      <dgm:t>
        <a:bodyPr/>
        <a:lstStyle/>
        <a:p>
          <a:endParaRPr lang="en-US"/>
        </a:p>
      </dgm:t>
    </dgm:pt>
    <dgm:pt modelId="{5ED9B7FD-F89F-4B1F-B085-F95F30FDD4AB}" type="sibTrans" cxnId="{99B76AB2-7C0A-471D-B022-89D7814594AC}">
      <dgm:prSet/>
      <dgm:spPr/>
      <dgm:t>
        <a:bodyPr/>
        <a:lstStyle/>
        <a:p>
          <a:endParaRPr lang="en-US"/>
        </a:p>
      </dgm:t>
    </dgm:pt>
    <dgm:pt modelId="{103CB07C-4C1E-440F-8602-CA8531EBB2A2}">
      <dgm:prSet/>
      <dgm:spPr/>
      <dgm:t>
        <a:bodyPr/>
        <a:lstStyle/>
        <a:p>
          <a:r>
            <a:rPr lang="uk-UA"/>
            <a:t>Це досягається через регулярний моніторинг ключових показників ефективності (KPI) та впровадження циклу постійного вдосконалення.</a:t>
          </a:r>
          <a:endParaRPr lang="en-US"/>
        </a:p>
      </dgm:t>
    </dgm:pt>
    <dgm:pt modelId="{6406C937-7562-4867-A632-789F38F4B9F1}" type="parTrans" cxnId="{E1CB41D5-F0BB-4F6D-BF6C-E7B5CFF42F50}">
      <dgm:prSet/>
      <dgm:spPr/>
      <dgm:t>
        <a:bodyPr/>
        <a:lstStyle/>
        <a:p>
          <a:endParaRPr lang="en-US"/>
        </a:p>
      </dgm:t>
    </dgm:pt>
    <dgm:pt modelId="{7F86F74C-5183-4998-8094-5EC50B2928D7}" type="sibTrans" cxnId="{E1CB41D5-F0BB-4F6D-BF6C-E7B5CFF42F50}">
      <dgm:prSet/>
      <dgm:spPr/>
      <dgm:t>
        <a:bodyPr/>
        <a:lstStyle/>
        <a:p>
          <a:endParaRPr lang="en-US"/>
        </a:p>
      </dgm:t>
    </dgm:pt>
    <dgm:pt modelId="{DE1A16C1-5C46-4D25-B19D-C52187443685}" type="pres">
      <dgm:prSet presAssocID="{2F4B1957-9867-43AA-99C3-29B2E38E68BD}" presName="linear" presStyleCnt="0">
        <dgm:presLayoutVars>
          <dgm:animLvl val="lvl"/>
          <dgm:resizeHandles val="exact"/>
        </dgm:presLayoutVars>
      </dgm:prSet>
      <dgm:spPr/>
    </dgm:pt>
    <dgm:pt modelId="{E5DB7C11-4739-4DB5-8B7A-52185695124E}" type="pres">
      <dgm:prSet presAssocID="{7EED6C6B-E3A0-4E5C-AB4F-B7692BB077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0006D4-F521-4F37-9E92-7673036A430B}" type="pres">
      <dgm:prSet presAssocID="{1CCD6B04-47B3-4EE7-B4C8-35D7E9B6403D}" presName="spacer" presStyleCnt="0"/>
      <dgm:spPr/>
    </dgm:pt>
    <dgm:pt modelId="{6D4C28E7-2832-4479-8FB9-0D4DC2B10FE6}" type="pres">
      <dgm:prSet presAssocID="{052FD56D-7266-4FEF-83B0-1B6F1537A13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DCFA541-48F2-47B8-930F-A6F3F57A505E}" type="pres">
      <dgm:prSet presAssocID="{BBB9CE6A-617F-42D8-BF13-6B1BEE7967AB}" presName="spacer" presStyleCnt="0"/>
      <dgm:spPr/>
    </dgm:pt>
    <dgm:pt modelId="{E9ADAE5C-8D6C-4210-BBD7-7F4F3126EA45}" type="pres">
      <dgm:prSet presAssocID="{8426C2F7-272A-4797-BCC1-FE0273A72A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9F56592-6065-40BF-B03A-F127BD719875}" type="pres">
      <dgm:prSet presAssocID="{5ED9B7FD-F89F-4B1F-B085-F95F30FDD4AB}" presName="spacer" presStyleCnt="0"/>
      <dgm:spPr/>
    </dgm:pt>
    <dgm:pt modelId="{11777B70-810A-4F97-A4EA-C2F6DF3BA38D}" type="pres">
      <dgm:prSet presAssocID="{103CB07C-4C1E-440F-8602-CA8531EBB2A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0BFF852-6D26-4885-A0B6-3ED01F8EF3D1}" type="presOf" srcId="{8426C2F7-272A-4797-BCC1-FE0273A72A69}" destId="{E9ADAE5C-8D6C-4210-BBD7-7F4F3126EA45}" srcOrd="0" destOrd="0" presId="urn:microsoft.com/office/officeart/2005/8/layout/vList2"/>
    <dgm:cxn modelId="{7F04187B-2D33-4986-8606-56944DD2764D}" type="presOf" srcId="{052FD56D-7266-4FEF-83B0-1B6F1537A13F}" destId="{6D4C28E7-2832-4479-8FB9-0D4DC2B10FE6}" srcOrd="0" destOrd="0" presId="urn:microsoft.com/office/officeart/2005/8/layout/vList2"/>
    <dgm:cxn modelId="{4ADCE08C-039C-4D27-BCE4-5D5C8E666B1E}" srcId="{2F4B1957-9867-43AA-99C3-29B2E38E68BD}" destId="{7EED6C6B-E3A0-4E5C-AB4F-B7692BB0774A}" srcOrd="0" destOrd="0" parTransId="{EC309FCB-CF3F-4DA9-AD58-7D9C6EE03811}" sibTransId="{1CCD6B04-47B3-4EE7-B4C8-35D7E9B6403D}"/>
    <dgm:cxn modelId="{0D0F5FA7-3BE3-4621-9EEE-1FF36FFB1FCC}" srcId="{2F4B1957-9867-43AA-99C3-29B2E38E68BD}" destId="{052FD56D-7266-4FEF-83B0-1B6F1537A13F}" srcOrd="1" destOrd="0" parTransId="{155CC24B-A8C0-4A56-A631-05CCD1A64061}" sibTransId="{BBB9CE6A-617F-42D8-BF13-6B1BEE7967AB}"/>
    <dgm:cxn modelId="{99B76AB2-7C0A-471D-B022-89D7814594AC}" srcId="{2F4B1957-9867-43AA-99C3-29B2E38E68BD}" destId="{8426C2F7-272A-4797-BCC1-FE0273A72A69}" srcOrd="2" destOrd="0" parTransId="{4B7A458B-3C1E-4BF6-A847-7805384B3ED1}" sibTransId="{5ED9B7FD-F89F-4B1F-B085-F95F30FDD4AB}"/>
    <dgm:cxn modelId="{990556BD-8099-4D4F-9C23-876C22ABC661}" type="presOf" srcId="{103CB07C-4C1E-440F-8602-CA8531EBB2A2}" destId="{11777B70-810A-4F97-A4EA-C2F6DF3BA38D}" srcOrd="0" destOrd="0" presId="urn:microsoft.com/office/officeart/2005/8/layout/vList2"/>
    <dgm:cxn modelId="{E1CB41D5-F0BB-4F6D-BF6C-E7B5CFF42F50}" srcId="{2F4B1957-9867-43AA-99C3-29B2E38E68BD}" destId="{103CB07C-4C1E-440F-8602-CA8531EBB2A2}" srcOrd="3" destOrd="0" parTransId="{6406C937-7562-4867-A632-789F38F4B9F1}" sibTransId="{7F86F74C-5183-4998-8094-5EC50B2928D7}"/>
    <dgm:cxn modelId="{D63969F6-E609-428A-B208-6A99D21FCC06}" type="presOf" srcId="{2F4B1957-9867-43AA-99C3-29B2E38E68BD}" destId="{DE1A16C1-5C46-4D25-B19D-C52187443685}" srcOrd="0" destOrd="0" presId="urn:microsoft.com/office/officeart/2005/8/layout/vList2"/>
    <dgm:cxn modelId="{C76952FB-C7B5-4BDE-B6B7-65191E4B1F83}" type="presOf" srcId="{7EED6C6B-E3A0-4E5C-AB4F-B7692BB0774A}" destId="{E5DB7C11-4739-4DB5-8B7A-52185695124E}" srcOrd="0" destOrd="0" presId="urn:microsoft.com/office/officeart/2005/8/layout/vList2"/>
    <dgm:cxn modelId="{8B2AEF92-E9BC-42CC-827B-6A5506969E10}" type="presParOf" srcId="{DE1A16C1-5C46-4D25-B19D-C52187443685}" destId="{E5DB7C11-4739-4DB5-8B7A-52185695124E}" srcOrd="0" destOrd="0" presId="urn:microsoft.com/office/officeart/2005/8/layout/vList2"/>
    <dgm:cxn modelId="{883F4015-8E8A-4B3F-BCDF-0F6AD5F8D1C3}" type="presParOf" srcId="{DE1A16C1-5C46-4D25-B19D-C52187443685}" destId="{760006D4-F521-4F37-9E92-7673036A430B}" srcOrd="1" destOrd="0" presId="urn:microsoft.com/office/officeart/2005/8/layout/vList2"/>
    <dgm:cxn modelId="{CB275D57-4E1E-44E2-9172-37E8075AA7F9}" type="presParOf" srcId="{DE1A16C1-5C46-4D25-B19D-C52187443685}" destId="{6D4C28E7-2832-4479-8FB9-0D4DC2B10FE6}" srcOrd="2" destOrd="0" presId="urn:microsoft.com/office/officeart/2005/8/layout/vList2"/>
    <dgm:cxn modelId="{3CDFAE6E-1BD5-46C4-B232-A379713BC9B8}" type="presParOf" srcId="{DE1A16C1-5C46-4D25-B19D-C52187443685}" destId="{7DCFA541-48F2-47B8-930F-A6F3F57A505E}" srcOrd="3" destOrd="0" presId="urn:microsoft.com/office/officeart/2005/8/layout/vList2"/>
    <dgm:cxn modelId="{D038E3A5-029C-4EDA-B9AC-ABD798AA0F90}" type="presParOf" srcId="{DE1A16C1-5C46-4D25-B19D-C52187443685}" destId="{E9ADAE5C-8D6C-4210-BBD7-7F4F3126EA45}" srcOrd="4" destOrd="0" presId="urn:microsoft.com/office/officeart/2005/8/layout/vList2"/>
    <dgm:cxn modelId="{252EE3DD-9D4D-416E-91EC-5EA86DBB4FC8}" type="presParOf" srcId="{DE1A16C1-5C46-4D25-B19D-C52187443685}" destId="{59F56592-6065-40BF-B03A-F127BD719875}" srcOrd="5" destOrd="0" presId="urn:microsoft.com/office/officeart/2005/8/layout/vList2"/>
    <dgm:cxn modelId="{47A91449-6848-47AD-8134-337538EE35EC}" type="presParOf" srcId="{DE1A16C1-5C46-4D25-B19D-C52187443685}" destId="{11777B70-810A-4F97-A4EA-C2F6DF3BA38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F50A946-8432-4017-BD36-3AA0A77FEBFA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5CE4110-EF0C-4543-B927-1B65DA138DA0}">
      <dgm:prSet/>
      <dgm:spPr/>
      <dgm:t>
        <a:bodyPr/>
        <a:lstStyle/>
        <a:p>
          <a:r>
            <a:rPr lang="uk-UA"/>
            <a:t>COBIT пропонує комплексний підхід до контролю, який охоплює різні аспекти ІТ-процесів та допомагає організаціям досягати своїх цілей. </a:t>
          </a:r>
          <a:endParaRPr lang="en-US"/>
        </a:p>
      </dgm:t>
    </dgm:pt>
    <dgm:pt modelId="{F7CDC41E-EABB-4BB1-9143-D7802D80E0B4}" type="parTrans" cxnId="{29FEFF26-10D5-47DE-8BD3-216E99EFE3C3}">
      <dgm:prSet/>
      <dgm:spPr/>
      <dgm:t>
        <a:bodyPr/>
        <a:lstStyle/>
        <a:p>
          <a:endParaRPr lang="en-US"/>
        </a:p>
      </dgm:t>
    </dgm:pt>
    <dgm:pt modelId="{B3FF580F-FEC1-4097-AC49-2E650D043AB6}" type="sibTrans" cxnId="{29FEFF26-10D5-47DE-8BD3-216E99EFE3C3}">
      <dgm:prSet/>
      <dgm:spPr/>
      <dgm:t>
        <a:bodyPr/>
        <a:lstStyle/>
        <a:p>
          <a:endParaRPr lang="en-US"/>
        </a:p>
      </dgm:t>
    </dgm:pt>
    <dgm:pt modelId="{F47E1591-BF45-4D54-9CCA-74795A1C3D98}">
      <dgm:prSet/>
      <dgm:spPr/>
      <dgm:t>
        <a:bodyPr/>
        <a:lstStyle/>
        <a:p>
          <a:r>
            <a:rPr lang="uk-UA"/>
            <a:t>У контексті COBIT, контроль розглядається як набір політик, процедур, практик та організаційних структур, спрямованих на забезпечення досягнення бізнес-цілей та запобігання, виявлення та виправлення небажаних подій</a:t>
          </a:r>
          <a:endParaRPr lang="en-US"/>
        </a:p>
      </dgm:t>
    </dgm:pt>
    <dgm:pt modelId="{66950534-7EDE-4121-9EAE-7BDE7A8CA536}" type="parTrans" cxnId="{5F39BD46-C0A6-488F-8DE9-FA9BFD3EAF5A}">
      <dgm:prSet/>
      <dgm:spPr/>
      <dgm:t>
        <a:bodyPr/>
        <a:lstStyle/>
        <a:p>
          <a:endParaRPr lang="en-US"/>
        </a:p>
      </dgm:t>
    </dgm:pt>
    <dgm:pt modelId="{7F4ED87E-6C31-4BBA-9620-A0B186539B20}" type="sibTrans" cxnId="{5F39BD46-C0A6-488F-8DE9-FA9BFD3EAF5A}">
      <dgm:prSet/>
      <dgm:spPr/>
      <dgm:t>
        <a:bodyPr/>
        <a:lstStyle/>
        <a:p>
          <a:endParaRPr lang="en-US"/>
        </a:p>
      </dgm:t>
    </dgm:pt>
    <dgm:pt modelId="{B38CFEEF-2D89-4A22-B7F0-9AED9ECA56CA}">
      <dgm:prSet/>
      <dgm:spPr/>
      <dgm:t>
        <a:bodyPr/>
        <a:lstStyle/>
        <a:p>
          <a:r>
            <a:rPr lang="uk-UA" dirty="0"/>
            <a:t>Контроль є ключовим елементом методології COBIT, що забезпечує ефективне управління ІТ.</a:t>
          </a:r>
          <a:endParaRPr lang="en-US" dirty="0"/>
        </a:p>
      </dgm:t>
    </dgm:pt>
    <dgm:pt modelId="{C9A21A6B-4C16-4CCE-94B9-FF921A888CBD}" type="sibTrans" cxnId="{7EDBCF70-7ADF-4755-B8B1-441A31A6DE48}">
      <dgm:prSet/>
      <dgm:spPr/>
      <dgm:t>
        <a:bodyPr/>
        <a:lstStyle/>
        <a:p>
          <a:endParaRPr lang="en-US"/>
        </a:p>
      </dgm:t>
    </dgm:pt>
    <dgm:pt modelId="{EDF9BE06-1460-4F83-8593-9B96EC328D04}" type="parTrans" cxnId="{7EDBCF70-7ADF-4755-B8B1-441A31A6DE48}">
      <dgm:prSet/>
      <dgm:spPr/>
      <dgm:t>
        <a:bodyPr/>
        <a:lstStyle/>
        <a:p>
          <a:endParaRPr lang="en-US"/>
        </a:p>
      </dgm:t>
    </dgm:pt>
    <dgm:pt modelId="{4F458B9A-AE15-4B4F-8C2E-9F5E5A62C958}" type="pres">
      <dgm:prSet presAssocID="{6F50A946-8432-4017-BD36-3AA0A77FEBFA}" presName="outerComposite" presStyleCnt="0">
        <dgm:presLayoutVars>
          <dgm:chMax val="5"/>
          <dgm:dir/>
          <dgm:resizeHandles val="exact"/>
        </dgm:presLayoutVars>
      </dgm:prSet>
      <dgm:spPr/>
    </dgm:pt>
    <dgm:pt modelId="{05F96C01-8854-48F2-84E5-08C3E88329E6}" type="pres">
      <dgm:prSet presAssocID="{6F50A946-8432-4017-BD36-3AA0A77FEBFA}" presName="dummyMaxCanvas" presStyleCnt="0">
        <dgm:presLayoutVars/>
      </dgm:prSet>
      <dgm:spPr/>
    </dgm:pt>
    <dgm:pt modelId="{D5B6BAEE-3E6D-4087-B982-FC957F597BD7}" type="pres">
      <dgm:prSet presAssocID="{6F50A946-8432-4017-BD36-3AA0A77FEBFA}" presName="ThreeNodes_1" presStyleLbl="node1" presStyleIdx="0" presStyleCnt="3" custLinFactNeighborX="-222" custLinFactNeighborY="1766">
        <dgm:presLayoutVars>
          <dgm:bulletEnabled val="1"/>
        </dgm:presLayoutVars>
      </dgm:prSet>
      <dgm:spPr/>
    </dgm:pt>
    <dgm:pt modelId="{0253E608-D690-45BD-9CB9-049714D4B50C}" type="pres">
      <dgm:prSet presAssocID="{6F50A946-8432-4017-BD36-3AA0A77FEBFA}" presName="ThreeNodes_2" presStyleLbl="node1" presStyleIdx="1" presStyleCnt="3">
        <dgm:presLayoutVars>
          <dgm:bulletEnabled val="1"/>
        </dgm:presLayoutVars>
      </dgm:prSet>
      <dgm:spPr/>
    </dgm:pt>
    <dgm:pt modelId="{1505F2C5-B315-475B-8C72-13A944D7D7F0}" type="pres">
      <dgm:prSet presAssocID="{6F50A946-8432-4017-BD36-3AA0A77FEBFA}" presName="ThreeNodes_3" presStyleLbl="node1" presStyleIdx="2" presStyleCnt="3">
        <dgm:presLayoutVars>
          <dgm:bulletEnabled val="1"/>
        </dgm:presLayoutVars>
      </dgm:prSet>
      <dgm:spPr/>
    </dgm:pt>
    <dgm:pt modelId="{3ED4FD9C-B04B-4C88-B22B-51E031C41A93}" type="pres">
      <dgm:prSet presAssocID="{6F50A946-8432-4017-BD36-3AA0A77FEBFA}" presName="ThreeConn_1-2" presStyleLbl="fgAccFollowNode1" presStyleIdx="0" presStyleCnt="2">
        <dgm:presLayoutVars>
          <dgm:bulletEnabled val="1"/>
        </dgm:presLayoutVars>
      </dgm:prSet>
      <dgm:spPr/>
    </dgm:pt>
    <dgm:pt modelId="{968E1224-34ED-43D0-8FE6-0E863B2F105E}" type="pres">
      <dgm:prSet presAssocID="{6F50A946-8432-4017-BD36-3AA0A77FEBFA}" presName="ThreeConn_2-3" presStyleLbl="fgAccFollowNode1" presStyleIdx="1" presStyleCnt="2">
        <dgm:presLayoutVars>
          <dgm:bulletEnabled val="1"/>
        </dgm:presLayoutVars>
      </dgm:prSet>
      <dgm:spPr/>
    </dgm:pt>
    <dgm:pt modelId="{D1CFF826-533D-480F-8A8F-3AAEB290C95D}" type="pres">
      <dgm:prSet presAssocID="{6F50A946-8432-4017-BD36-3AA0A77FEBFA}" presName="ThreeNodes_1_text" presStyleLbl="node1" presStyleIdx="2" presStyleCnt="3">
        <dgm:presLayoutVars>
          <dgm:bulletEnabled val="1"/>
        </dgm:presLayoutVars>
      </dgm:prSet>
      <dgm:spPr/>
    </dgm:pt>
    <dgm:pt modelId="{9070E60A-D6B6-46FB-B404-18C5D542243A}" type="pres">
      <dgm:prSet presAssocID="{6F50A946-8432-4017-BD36-3AA0A77FEBFA}" presName="ThreeNodes_2_text" presStyleLbl="node1" presStyleIdx="2" presStyleCnt="3">
        <dgm:presLayoutVars>
          <dgm:bulletEnabled val="1"/>
        </dgm:presLayoutVars>
      </dgm:prSet>
      <dgm:spPr/>
    </dgm:pt>
    <dgm:pt modelId="{4BD5E640-3F36-498F-AAAA-630D901D69D4}" type="pres">
      <dgm:prSet presAssocID="{6F50A946-8432-4017-BD36-3AA0A77FEBF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C727C11-B442-48EF-A36C-80B7CAB10A78}" type="presOf" srcId="{F47E1591-BF45-4D54-9CCA-74795A1C3D98}" destId="{4BD5E640-3F36-498F-AAAA-630D901D69D4}" srcOrd="1" destOrd="0" presId="urn:microsoft.com/office/officeart/2005/8/layout/vProcess5"/>
    <dgm:cxn modelId="{29FEFF26-10D5-47DE-8BD3-216E99EFE3C3}" srcId="{6F50A946-8432-4017-BD36-3AA0A77FEBFA}" destId="{F5CE4110-EF0C-4543-B927-1B65DA138DA0}" srcOrd="1" destOrd="0" parTransId="{F7CDC41E-EABB-4BB1-9143-D7802D80E0B4}" sibTransId="{B3FF580F-FEC1-4097-AC49-2E650D043AB6}"/>
    <dgm:cxn modelId="{F0ED6A5E-E77C-4443-BF03-B118439B2B1D}" type="presOf" srcId="{C9A21A6B-4C16-4CCE-94B9-FF921A888CBD}" destId="{3ED4FD9C-B04B-4C88-B22B-51E031C41A93}" srcOrd="0" destOrd="0" presId="urn:microsoft.com/office/officeart/2005/8/layout/vProcess5"/>
    <dgm:cxn modelId="{96EA0943-7CAF-4A8B-99DC-B1C63E10EF66}" type="presOf" srcId="{B3FF580F-FEC1-4097-AC49-2E650D043AB6}" destId="{968E1224-34ED-43D0-8FE6-0E863B2F105E}" srcOrd="0" destOrd="0" presId="urn:microsoft.com/office/officeart/2005/8/layout/vProcess5"/>
    <dgm:cxn modelId="{5F39BD46-C0A6-488F-8DE9-FA9BFD3EAF5A}" srcId="{6F50A946-8432-4017-BD36-3AA0A77FEBFA}" destId="{F47E1591-BF45-4D54-9CCA-74795A1C3D98}" srcOrd="2" destOrd="0" parTransId="{66950534-7EDE-4121-9EAE-7BDE7A8CA536}" sibTransId="{7F4ED87E-6C31-4BBA-9620-A0B186539B20}"/>
    <dgm:cxn modelId="{F15C546E-1FA0-44BD-BBAE-5E1A343388DD}" type="presOf" srcId="{F47E1591-BF45-4D54-9CCA-74795A1C3D98}" destId="{1505F2C5-B315-475B-8C72-13A944D7D7F0}" srcOrd="0" destOrd="0" presId="urn:microsoft.com/office/officeart/2005/8/layout/vProcess5"/>
    <dgm:cxn modelId="{7EDBCF70-7ADF-4755-B8B1-441A31A6DE48}" srcId="{6F50A946-8432-4017-BD36-3AA0A77FEBFA}" destId="{B38CFEEF-2D89-4A22-B7F0-9AED9ECA56CA}" srcOrd="0" destOrd="0" parTransId="{EDF9BE06-1460-4F83-8593-9B96EC328D04}" sibTransId="{C9A21A6B-4C16-4CCE-94B9-FF921A888CBD}"/>
    <dgm:cxn modelId="{5E794BA5-8DCD-45D4-84A3-3C8850D59962}" type="presOf" srcId="{6F50A946-8432-4017-BD36-3AA0A77FEBFA}" destId="{4F458B9A-AE15-4B4F-8C2E-9F5E5A62C958}" srcOrd="0" destOrd="0" presId="urn:microsoft.com/office/officeart/2005/8/layout/vProcess5"/>
    <dgm:cxn modelId="{770A09B8-1290-413B-A9AE-5970539C7706}" type="presOf" srcId="{F5CE4110-EF0C-4543-B927-1B65DA138DA0}" destId="{9070E60A-D6B6-46FB-B404-18C5D542243A}" srcOrd="1" destOrd="0" presId="urn:microsoft.com/office/officeart/2005/8/layout/vProcess5"/>
    <dgm:cxn modelId="{6756B2C7-A78C-4779-8087-E6FBDAC79CA9}" type="presOf" srcId="{B38CFEEF-2D89-4A22-B7F0-9AED9ECA56CA}" destId="{D5B6BAEE-3E6D-4087-B982-FC957F597BD7}" srcOrd="0" destOrd="0" presId="urn:microsoft.com/office/officeart/2005/8/layout/vProcess5"/>
    <dgm:cxn modelId="{8D6961EF-EF85-4E8C-912D-CE5658253262}" type="presOf" srcId="{F5CE4110-EF0C-4543-B927-1B65DA138DA0}" destId="{0253E608-D690-45BD-9CB9-049714D4B50C}" srcOrd="0" destOrd="0" presId="urn:microsoft.com/office/officeart/2005/8/layout/vProcess5"/>
    <dgm:cxn modelId="{6783B3FA-23C0-4997-8EB5-1F115549F56F}" type="presOf" srcId="{B38CFEEF-2D89-4A22-B7F0-9AED9ECA56CA}" destId="{D1CFF826-533D-480F-8A8F-3AAEB290C95D}" srcOrd="1" destOrd="0" presId="urn:microsoft.com/office/officeart/2005/8/layout/vProcess5"/>
    <dgm:cxn modelId="{A8C43ECE-9162-4854-88D2-C506B2E7FA1D}" type="presParOf" srcId="{4F458B9A-AE15-4B4F-8C2E-9F5E5A62C958}" destId="{05F96C01-8854-48F2-84E5-08C3E88329E6}" srcOrd="0" destOrd="0" presId="urn:microsoft.com/office/officeart/2005/8/layout/vProcess5"/>
    <dgm:cxn modelId="{8DB89204-1CCC-4913-8E56-8F31705228DC}" type="presParOf" srcId="{4F458B9A-AE15-4B4F-8C2E-9F5E5A62C958}" destId="{D5B6BAEE-3E6D-4087-B982-FC957F597BD7}" srcOrd="1" destOrd="0" presId="urn:microsoft.com/office/officeart/2005/8/layout/vProcess5"/>
    <dgm:cxn modelId="{4E49B8AB-E5D1-4315-8F75-CE03695167B6}" type="presParOf" srcId="{4F458B9A-AE15-4B4F-8C2E-9F5E5A62C958}" destId="{0253E608-D690-45BD-9CB9-049714D4B50C}" srcOrd="2" destOrd="0" presId="urn:microsoft.com/office/officeart/2005/8/layout/vProcess5"/>
    <dgm:cxn modelId="{A7AECE3A-2C19-4514-AB32-03953815DDBF}" type="presParOf" srcId="{4F458B9A-AE15-4B4F-8C2E-9F5E5A62C958}" destId="{1505F2C5-B315-475B-8C72-13A944D7D7F0}" srcOrd="3" destOrd="0" presId="urn:microsoft.com/office/officeart/2005/8/layout/vProcess5"/>
    <dgm:cxn modelId="{DFE283C8-7FBE-4478-A896-3D5996266A38}" type="presParOf" srcId="{4F458B9A-AE15-4B4F-8C2E-9F5E5A62C958}" destId="{3ED4FD9C-B04B-4C88-B22B-51E031C41A93}" srcOrd="4" destOrd="0" presId="urn:microsoft.com/office/officeart/2005/8/layout/vProcess5"/>
    <dgm:cxn modelId="{B12F6690-D5A6-4F7B-AC58-D86FF3988770}" type="presParOf" srcId="{4F458B9A-AE15-4B4F-8C2E-9F5E5A62C958}" destId="{968E1224-34ED-43D0-8FE6-0E863B2F105E}" srcOrd="5" destOrd="0" presId="urn:microsoft.com/office/officeart/2005/8/layout/vProcess5"/>
    <dgm:cxn modelId="{54B6407A-13F5-460E-A1BF-6ABAE556413B}" type="presParOf" srcId="{4F458B9A-AE15-4B4F-8C2E-9F5E5A62C958}" destId="{D1CFF826-533D-480F-8A8F-3AAEB290C95D}" srcOrd="6" destOrd="0" presId="urn:microsoft.com/office/officeart/2005/8/layout/vProcess5"/>
    <dgm:cxn modelId="{24D07FCF-A054-4AE6-AC2C-342009D60416}" type="presParOf" srcId="{4F458B9A-AE15-4B4F-8C2E-9F5E5A62C958}" destId="{9070E60A-D6B6-46FB-B404-18C5D542243A}" srcOrd="7" destOrd="0" presId="urn:microsoft.com/office/officeart/2005/8/layout/vProcess5"/>
    <dgm:cxn modelId="{99441079-D2F3-41EE-890D-2E1790250B5F}" type="presParOf" srcId="{4F458B9A-AE15-4B4F-8C2E-9F5E5A62C958}" destId="{4BD5E640-3F36-498F-AAAA-630D901D69D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2C51724-81DF-41CC-BB4E-5D3CCFA71DD0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2F8E3F6-0437-4A7A-85BA-A05B822F6B8B}">
      <dgm:prSet/>
      <dgm:spPr/>
      <dgm:t>
        <a:bodyPr/>
        <a:lstStyle/>
        <a:p>
          <a:r>
            <a:rPr lang="uk-UA"/>
            <a:t>Превентивні</a:t>
          </a:r>
          <a:endParaRPr lang="en-US"/>
        </a:p>
      </dgm:t>
    </dgm:pt>
    <dgm:pt modelId="{A3FBC0D7-74E3-4C05-9259-E626375E85D5}" type="parTrans" cxnId="{2E046317-4F22-46CC-920B-A860529881D2}">
      <dgm:prSet/>
      <dgm:spPr/>
      <dgm:t>
        <a:bodyPr/>
        <a:lstStyle/>
        <a:p>
          <a:endParaRPr lang="en-US"/>
        </a:p>
      </dgm:t>
    </dgm:pt>
    <dgm:pt modelId="{A2C20A5D-847E-40C8-BCC6-2071E05BFB0C}" type="sibTrans" cxnId="{2E046317-4F22-46CC-920B-A860529881D2}">
      <dgm:prSet/>
      <dgm:spPr/>
      <dgm:t>
        <a:bodyPr/>
        <a:lstStyle/>
        <a:p>
          <a:endParaRPr lang="en-US"/>
        </a:p>
      </dgm:t>
    </dgm:pt>
    <dgm:pt modelId="{F66A2D0D-74C4-4524-9228-A393614C6C71}">
      <dgm:prSet/>
      <dgm:spPr/>
      <dgm:t>
        <a:bodyPr/>
        <a:lstStyle/>
        <a:p>
          <a:r>
            <a:rPr lang="uk-UA"/>
            <a:t>Детективні </a:t>
          </a:r>
          <a:endParaRPr lang="en-US"/>
        </a:p>
      </dgm:t>
    </dgm:pt>
    <dgm:pt modelId="{5D5367CF-C436-4CA5-9347-C6986AF2B091}" type="parTrans" cxnId="{C29EE0F4-45AD-42C4-8AD2-C2FAD6538EE2}">
      <dgm:prSet/>
      <dgm:spPr/>
      <dgm:t>
        <a:bodyPr/>
        <a:lstStyle/>
        <a:p>
          <a:endParaRPr lang="en-US"/>
        </a:p>
      </dgm:t>
    </dgm:pt>
    <dgm:pt modelId="{26AA9EBC-C217-4895-BC26-A04A0092DE13}" type="sibTrans" cxnId="{C29EE0F4-45AD-42C4-8AD2-C2FAD6538EE2}">
      <dgm:prSet/>
      <dgm:spPr/>
      <dgm:t>
        <a:bodyPr/>
        <a:lstStyle/>
        <a:p>
          <a:endParaRPr lang="en-US"/>
        </a:p>
      </dgm:t>
    </dgm:pt>
    <dgm:pt modelId="{6A6DAFD8-34FD-4E2C-A3BC-BCA42FD09162}">
      <dgm:prSet/>
      <dgm:spPr/>
      <dgm:t>
        <a:bodyPr/>
        <a:lstStyle/>
        <a:p>
          <a:r>
            <a:rPr lang="uk-UA"/>
            <a:t>Коригувальні </a:t>
          </a:r>
          <a:endParaRPr lang="en-US"/>
        </a:p>
      </dgm:t>
    </dgm:pt>
    <dgm:pt modelId="{EB9AF4A3-9669-4FEF-898C-FDBB2CCEA53F}" type="parTrans" cxnId="{6CACB217-B9A6-497D-B864-181CC6EB4524}">
      <dgm:prSet/>
      <dgm:spPr/>
      <dgm:t>
        <a:bodyPr/>
        <a:lstStyle/>
        <a:p>
          <a:endParaRPr lang="en-US"/>
        </a:p>
      </dgm:t>
    </dgm:pt>
    <dgm:pt modelId="{A566B3BC-DA18-45B3-9839-DF8AB08EFBD2}" type="sibTrans" cxnId="{6CACB217-B9A6-497D-B864-181CC6EB4524}">
      <dgm:prSet/>
      <dgm:spPr/>
      <dgm:t>
        <a:bodyPr/>
        <a:lstStyle/>
        <a:p>
          <a:endParaRPr lang="en-US"/>
        </a:p>
      </dgm:t>
    </dgm:pt>
    <dgm:pt modelId="{791EE675-B737-404B-9845-17A5CD39CDC3}">
      <dgm:prSet/>
      <dgm:spPr/>
      <dgm:t>
        <a:bodyPr/>
        <a:lstStyle/>
        <a:p>
          <a:r>
            <a:rPr lang="uk-UA"/>
            <a:t>Директивні </a:t>
          </a:r>
          <a:endParaRPr lang="en-US"/>
        </a:p>
      </dgm:t>
    </dgm:pt>
    <dgm:pt modelId="{696F430E-A0A4-4232-B58C-D5BD22F6EF87}" type="parTrans" cxnId="{F319EC97-4611-4A60-A1E2-56C349D6876F}">
      <dgm:prSet/>
      <dgm:spPr/>
      <dgm:t>
        <a:bodyPr/>
        <a:lstStyle/>
        <a:p>
          <a:endParaRPr lang="en-US"/>
        </a:p>
      </dgm:t>
    </dgm:pt>
    <dgm:pt modelId="{79D61315-1C95-40DE-9DB7-2C8A038987DE}" type="sibTrans" cxnId="{F319EC97-4611-4A60-A1E2-56C349D6876F}">
      <dgm:prSet/>
      <dgm:spPr/>
      <dgm:t>
        <a:bodyPr/>
        <a:lstStyle/>
        <a:p>
          <a:endParaRPr lang="en-US"/>
        </a:p>
      </dgm:t>
    </dgm:pt>
    <dgm:pt modelId="{A6384546-B880-4E47-910B-5FB8C4B1FBF9}" type="pres">
      <dgm:prSet presAssocID="{D2C51724-81DF-41CC-BB4E-5D3CCFA71DD0}" presName="outerComposite" presStyleCnt="0">
        <dgm:presLayoutVars>
          <dgm:chMax val="5"/>
          <dgm:dir/>
          <dgm:resizeHandles val="exact"/>
        </dgm:presLayoutVars>
      </dgm:prSet>
      <dgm:spPr/>
    </dgm:pt>
    <dgm:pt modelId="{8AB0BA4F-D020-40AC-AEA0-018DCBE32B15}" type="pres">
      <dgm:prSet presAssocID="{D2C51724-81DF-41CC-BB4E-5D3CCFA71DD0}" presName="dummyMaxCanvas" presStyleCnt="0">
        <dgm:presLayoutVars/>
      </dgm:prSet>
      <dgm:spPr/>
    </dgm:pt>
    <dgm:pt modelId="{E59226CF-BFF2-45F5-B86C-40BD11F6AAE0}" type="pres">
      <dgm:prSet presAssocID="{D2C51724-81DF-41CC-BB4E-5D3CCFA71DD0}" presName="FourNodes_1" presStyleLbl="node1" presStyleIdx="0" presStyleCnt="4">
        <dgm:presLayoutVars>
          <dgm:bulletEnabled val="1"/>
        </dgm:presLayoutVars>
      </dgm:prSet>
      <dgm:spPr/>
    </dgm:pt>
    <dgm:pt modelId="{69A18B57-CCD4-4A11-AB44-3D57BCDF34CE}" type="pres">
      <dgm:prSet presAssocID="{D2C51724-81DF-41CC-BB4E-5D3CCFA71DD0}" presName="FourNodes_2" presStyleLbl="node1" presStyleIdx="1" presStyleCnt="4">
        <dgm:presLayoutVars>
          <dgm:bulletEnabled val="1"/>
        </dgm:presLayoutVars>
      </dgm:prSet>
      <dgm:spPr/>
    </dgm:pt>
    <dgm:pt modelId="{93A1D250-1FA3-48BB-973B-191C29A1BF12}" type="pres">
      <dgm:prSet presAssocID="{D2C51724-81DF-41CC-BB4E-5D3CCFA71DD0}" presName="FourNodes_3" presStyleLbl="node1" presStyleIdx="2" presStyleCnt="4">
        <dgm:presLayoutVars>
          <dgm:bulletEnabled val="1"/>
        </dgm:presLayoutVars>
      </dgm:prSet>
      <dgm:spPr/>
    </dgm:pt>
    <dgm:pt modelId="{35B4692F-2D58-4CD4-9112-0E7BD23034FF}" type="pres">
      <dgm:prSet presAssocID="{D2C51724-81DF-41CC-BB4E-5D3CCFA71DD0}" presName="FourNodes_4" presStyleLbl="node1" presStyleIdx="3" presStyleCnt="4">
        <dgm:presLayoutVars>
          <dgm:bulletEnabled val="1"/>
        </dgm:presLayoutVars>
      </dgm:prSet>
      <dgm:spPr/>
    </dgm:pt>
    <dgm:pt modelId="{BF9CF2F8-35EB-40C3-BDE9-8D1948B2C551}" type="pres">
      <dgm:prSet presAssocID="{D2C51724-81DF-41CC-BB4E-5D3CCFA71DD0}" presName="FourConn_1-2" presStyleLbl="fgAccFollowNode1" presStyleIdx="0" presStyleCnt="3">
        <dgm:presLayoutVars>
          <dgm:bulletEnabled val="1"/>
        </dgm:presLayoutVars>
      </dgm:prSet>
      <dgm:spPr/>
    </dgm:pt>
    <dgm:pt modelId="{6BB406D6-5678-4C30-A4D0-CB8B1D1DCAB5}" type="pres">
      <dgm:prSet presAssocID="{D2C51724-81DF-41CC-BB4E-5D3CCFA71DD0}" presName="FourConn_2-3" presStyleLbl="fgAccFollowNode1" presStyleIdx="1" presStyleCnt="3">
        <dgm:presLayoutVars>
          <dgm:bulletEnabled val="1"/>
        </dgm:presLayoutVars>
      </dgm:prSet>
      <dgm:spPr/>
    </dgm:pt>
    <dgm:pt modelId="{482BF8B6-E04B-49F3-84F8-99385AB9ACF4}" type="pres">
      <dgm:prSet presAssocID="{D2C51724-81DF-41CC-BB4E-5D3CCFA71DD0}" presName="FourConn_3-4" presStyleLbl="fgAccFollowNode1" presStyleIdx="2" presStyleCnt="3">
        <dgm:presLayoutVars>
          <dgm:bulletEnabled val="1"/>
        </dgm:presLayoutVars>
      </dgm:prSet>
      <dgm:spPr/>
    </dgm:pt>
    <dgm:pt modelId="{450FB492-2C1F-477D-A6CD-B89E0F7BFDC4}" type="pres">
      <dgm:prSet presAssocID="{D2C51724-81DF-41CC-BB4E-5D3CCFA71DD0}" presName="FourNodes_1_text" presStyleLbl="node1" presStyleIdx="3" presStyleCnt="4">
        <dgm:presLayoutVars>
          <dgm:bulletEnabled val="1"/>
        </dgm:presLayoutVars>
      </dgm:prSet>
      <dgm:spPr/>
    </dgm:pt>
    <dgm:pt modelId="{7FEC4295-2A29-44D1-B414-1EF5805F0FE5}" type="pres">
      <dgm:prSet presAssocID="{D2C51724-81DF-41CC-BB4E-5D3CCFA71DD0}" presName="FourNodes_2_text" presStyleLbl="node1" presStyleIdx="3" presStyleCnt="4">
        <dgm:presLayoutVars>
          <dgm:bulletEnabled val="1"/>
        </dgm:presLayoutVars>
      </dgm:prSet>
      <dgm:spPr/>
    </dgm:pt>
    <dgm:pt modelId="{7E60C217-F5CD-404A-BCB9-7DAAD9917596}" type="pres">
      <dgm:prSet presAssocID="{D2C51724-81DF-41CC-BB4E-5D3CCFA71DD0}" presName="FourNodes_3_text" presStyleLbl="node1" presStyleIdx="3" presStyleCnt="4">
        <dgm:presLayoutVars>
          <dgm:bulletEnabled val="1"/>
        </dgm:presLayoutVars>
      </dgm:prSet>
      <dgm:spPr/>
    </dgm:pt>
    <dgm:pt modelId="{B7C7EB75-2886-4431-9812-2FD143834036}" type="pres">
      <dgm:prSet presAssocID="{D2C51724-81DF-41CC-BB4E-5D3CCFA71DD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C4AE606-A2E4-47E6-AE9D-E7662B22F826}" type="presOf" srcId="{62F8E3F6-0437-4A7A-85BA-A05B822F6B8B}" destId="{E59226CF-BFF2-45F5-B86C-40BD11F6AAE0}" srcOrd="0" destOrd="0" presId="urn:microsoft.com/office/officeart/2005/8/layout/vProcess5"/>
    <dgm:cxn modelId="{8D67DA16-627C-406A-9EE4-C025660F44EC}" type="presOf" srcId="{A566B3BC-DA18-45B3-9839-DF8AB08EFBD2}" destId="{482BF8B6-E04B-49F3-84F8-99385AB9ACF4}" srcOrd="0" destOrd="0" presId="urn:microsoft.com/office/officeart/2005/8/layout/vProcess5"/>
    <dgm:cxn modelId="{A2641117-8833-4017-975F-3B7A95E24706}" type="presOf" srcId="{791EE675-B737-404B-9845-17A5CD39CDC3}" destId="{35B4692F-2D58-4CD4-9112-0E7BD23034FF}" srcOrd="0" destOrd="0" presId="urn:microsoft.com/office/officeart/2005/8/layout/vProcess5"/>
    <dgm:cxn modelId="{2E046317-4F22-46CC-920B-A860529881D2}" srcId="{D2C51724-81DF-41CC-BB4E-5D3CCFA71DD0}" destId="{62F8E3F6-0437-4A7A-85BA-A05B822F6B8B}" srcOrd="0" destOrd="0" parTransId="{A3FBC0D7-74E3-4C05-9259-E626375E85D5}" sibTransId="{A2C20A5D-847E-40C8-BCC6-2071E05BFB0C}"/>
    <dgm:cxn modelId="{6CACB217-B9A6-497D-B864-181CC6EB4524}" srcId="{D2C51724-81DF-41CC-BB4E-5D3CCFA71DD0}" destId="{6A6DAFD8-34FD-4E2C-A3BC-BCA42FD09162}" srcOrd="2" destOrd="0" parTransId="{EB9AF4A3-9669-4FEF-898C-FDBB2CCEA53F}" sibTransId="{A566B3BC-DA18-45B3-9839-DF8AB08EFBD2}"/>
    <dgm:cxn modelId="{3773A821-4344-4922-9605-3C1C15890C29}" type="presOf" srcId="{6A6DAFD8-34FD-4E2C-A3BC-BCA42FD09162}" destId="{93A1D250-1FA3-48BB-973B-191C29A1BF12}" srcOrd="0" destOrd="0" presId="urn:microsoft.com/office/officeart/2005/8/layout/vProcess5"/>
    <dgm:cxn modelId="{C4875825-042B-4B1E-8250-761906B74690}" type="presOf" srcId="{F66A2D0D-74C4-4524-9228-A393614C6C71}" destId="{7FEC4295-2A29-44D1-B414-1EF5805F0FE5}" srcOrd="1" destOrd="0" presId="urn:microsoft.com/office/officeart/2005/8/layout/vProcess5"/>
    <dgm:cxn modelId="{1A33B827-66D4-4C62-915C-A768E50BC609}" type="presOf" srcId="{791EE675-B737-404B-9845-17A5CD39CDC3}" destId="{B7C7EB75-2886-4431-9812-2FD143834036}" srcOrd="1" destOrd="0" presId="urn:microsoft.com/office/officeart/2005/8/layout/vProcess5"/>
    <dgm:cxn modelId="{721C6F5C-2EE4-4525-9A59-66D5D4935669}" type="presOf" srcId="{A2C20A5D-847E-40C8-BCC6-2071E05BFB0C}" destId="{BF9CF2F8-35EB-40C3-BDE9-8D1948B2C551}" srcOrd="0" destOrd="0" presId="urn:microsoft.com/office/officeart/2005/8/layout/vProcess5"/>
    <dgm:cxn modelId="{D3F8A35C-D7D9-4455-9566-385603A4A588}" type="presOf" srcId="{62F8E3F6-0437-4A7A-85BA-A05B822F6B8B}" destId="{450FB492-2C1F-477D-A6CD-B89E0F7BFDC4}" srcOrd="1" destOrd="0" presId="urn:microsoft.com/office/officeart/2005/8/layout/vProcess5"/>
    <dgm:cxn modelId="{171EA16C-45D4-42EC-80DB-7F75D41329A9}" type="presOf" srcId="{6A6DAFD8-34FD-4E2C-A3BC-BCA42FD09162}" destId="{7E60C217-F5CD-404A-BCB9-7DAAD9917596}" srcOrd="1" destOrd="0" presId="urn:microsoft.com/office/officeart/2005/8/layout/vProcess5"/>
    <dgm:cxn modelId="{F319EC97-4611-4A60-A1E2-56C349D6876F}" srcId="{D2C51724-81DF-41CC-BB4E-5D3CCFA71DD0}" destId="{791EE675-B737-404B-9845-17A5CD39CDC3}" srcOrd="3" destOrd="0" parTransId="{696F430E-A0A4-4232-B58C-D5BD22F6EF87}" sibTransId="{79D61315-1C95-40DE-9DB7-2C8A038987DE}"/>
    <dgm:cxn modelId="{A9E806A0-73FC-4C98-86E1-0D5418D22EAA}" type="presOf" srcId="{F66A2D0D-74C4-4524-9228-A393614C6C71}" destId="{69A18B57-CCD4-4A11-AB44-3D57BCDF34CE}" srcOrd="0" destOrd="0" presId="urn:microsoft.com/office/officeart/2005/8/layout/vProcess5"/>
    <dgm:cxn modelId="{FD1F05D8-733B-43E5-A32E-333277C15AF3}" type="presOf" srcId="{D2C51724-81DF-41CC-BB4E-5D3CCFA71DD0}" destId="{A6384546-B880-4E47-910B-5FB8C4B1FBF9}" srcOrd="0" destOrd="0" presId="urn:microsoft.com/office/officeart/2005/8/layout/vProcess5"/>
    <dgm:cxn modelId="{6C1E64F3-97E7-4C3E-A6E0-2A71AA8B56EF}" type="presOf" srcId="{26AA9EBC-C217-4895-BC26-A04A0092DE13}" destId="{6BB406D6-5678-4C30-A4D0-CB8B1D1DCAB5}" srcOrd="0" destOrd="0" presId="urn:microsoft.com/office/officeart/2005/8/layout/vProcess5"/>
    <dgm:cxn modelId="{C29EE0F4-45AD-42C4-8AD2-C2FAD6538EE2}" srcId="{D2C51724-81DF-41CC-BB4E-5D3CCFA71DD0}" destId="{F66A2D0D-74C4-4524-9228-A393614C6C71}" srcOrd="1" destOrd="0" parTransId="{5D5367CF-C436-4CA5-9347-C6986AF2B091}" sibTransId="{26AA9EBC-C217-4895-BC26-A04A0092DE13}"/>
    <dgm:cxn modelId="{2D7B5BCC-BEDE-44F1-8124-99BAA4B32D9C}" type="presParOf" srcId="{A6384546-B880-4E47-910B-5FB8C4B1FBF9}" destId="{8AB0BA4F-D020-40AC-AEA0-018DCBE32B15}" srcOrd="0" destOrd="0" presId="urn:microsoft.com/office/officeart/2005/8/layout/vProcess5"/>
    <dgm:cxn modelId="{25A45AAE-7EBB-4228-93C8-575FEB8FBAFD}" type="presParOf" srcId="{A6384546-B880-4E47-910B-5FB8C4B1FBF9}" destId="{E59226CF-BFF2-45F5-B86C-40BD11F6AAE0}" srcOrd="1" destOrd="0" presId="urn:microsoft.com/office/officeart/2005/8/layout/vProcess5"/>
    <dgm:cxn modelId="{39A1637C-DAD4-4786-A4DE-8467F02D7A33}" type="presParOf" srcId="{A6384546-B880-4E47-910B-5FB8C4B1FBF9}" destId="{69A18B57-CCD4-4A11-AB44-3D57BCDF34CE}" srcOrd="2" destOrd="0" presId="urn:microsoft.com/office/officeart/2005/8/layout/vProcess5"/>
    <dgm:cxn modelId="{9360450C-9770-4FBC-A4C2-8523A594CC91}" type="presParOf" srcId="{A6384546-B880-4E47-910B-5FB8C4B1FBF9}" destId="{93A1D250-1FA3-48BB-973B-191C29A1BF12}" srcOrd="3" destOrd="0" presId="urn:microsoft.com/office/officeart/2005/8/layout/vProcess5"/>
    <dgm:cxn modelId="{063EA554-1FE6-4231-A6EA-14FC8C1BAC29}" type="presParOf" srcId="{A6384546-B880-4E47-910B-5FB8C4B1FBF9}" destId="{35B4692F-2D58-4CD4-9112-0E7BD23034FF}" srcOrd="4" destOrd="0" presId="urn:microsoft.com/office/officeart/2005/8/layout/vProcess5"/>
    <dgm:cxn modelId="{372F216A-A8BA-423A-8228-540B44A7F557}" type="presParOf" srcId="{A6384546-B880-4E47-910B-5FB8C4B1FBF9}" destId="{BF9CF2F8-35EB-40C3-BDE9-8D1948B2C551}" srcOrd="5" destOrd="0" presId="urn:microsoft.com/office/officeart/2005/8/layout/vProcess5"/>
    <dgm:cxn modelId="{41BA5F35-D6BD-46F8-AE6D-5AF9766C5920}" type="presParOf" srcId="{A6384546-B880-4E47-910B-5FB8C4B1FBF9}" destId="{6BB406D6-5678-4C30-A4D0-CB8B1D1DCAB5}" srcOrd="6" destOrd="0" presId="urn:microsoft.com/office/officeart/2005/8/layout/vProcess5"/>
    <dgm:cxn modelId="{AC075ABD-0750-444F-AB0A-46CFF2B33D54}" type="presParOf" srcId="{A6384546-B880-4E47-910B-5FB8C4B1FBF9}" destId="{482BF8B6-E04B-49F3-84F8-99385AB9ACF4}" srcOrd="7" destOrd="0" presId="urn:microsoft.com/office/officeart/2005/8/layout/vProcess5"/>
    <dgm:cxn modelId="{A8EBB7DE-4CA9-4863-A73D-E4ECC351FDE5}" type="presParOf" srcId="{A6384546-B880-4E47-910B-5FB8C4B1FBF9}" destId="{450FB492-2C1F-477D-A6CD-B89E0F7BFDC4}" srcOrd="8" destOrd="0" presId="urn:microsoft.com/office/officeart/2005/8/layout/vProcess5"/>
    <dgm:cxn modelId="{647B8B64-A876-46F7-B4D7-BA961622F966}" type="presParOf" srcId="{A6384546-B880-4E47-910B-5FB8C4B1FBF9}" destId="{7FEC4295-2A29-44D1-B414-1EF5805F0FE5}" srcOrd="9" destOrd="0" presId="urn:microsoft.com/office/officeart/2005/8/layout/vProcess5"/>
    <dgm:cxn modelId="{353DDAA3-9252-41F3-8F9F-E33592C99A1C}" type="presParOf" srcId="{A6384546-B880-4E47-910B-5FB8C4B1FBF9}" destId="{7E60C217-F5CD-404A-BCB9-7DAAD9917596}" srcOrd="10" destOrd="0" presId="urn:microsoft.com/office/officeart/2005/8/layout/vProcess5"/>
    <dgm:cxn modelId="{878C4175-C92B-4800-BFBB-7F3304957344}" type="presParOf" srcId="{A6384546-B880-4E47-910B-5FB8C4B1FBF9}" destId="{B7C7EB75-2886-4431-9812-2FD14383403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976B4DF-63BB-4CFC-B2BA-18D40BF51C67}" type="doc">
      <dgm:prSet loTypeId="urn:microsoft.com/office/officeart/2005/8/layout/vProcess5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16ADBB56-22C5-4696-A0DF-E33366AFC677}">
      <dgm:prSet/>
      <dgm:spPr/>
      <dgm:t>
        <a:bodyPr/>
        <a:lstStyle/>
        <a:p>
          <a:r>
            <a:rPr lang="uk-UA" dirty="0"/>
            <a:t>Забезпечення відповідності ІТ-діяльності бізнес-цілям організації.</a:t>
          </a:r>
          <a:endParaRPr lang="en-US" dirty="0"/>
        </a:p>
      </dgm:t>
    </dgm:pt>
    <dgm:pt modelId="{E683E48A-98D6-4981-92A6-3B43D75359C5}" type="parTrans" cxnId="{43D42BBC-D61D-4472-B0EB-6FD66140A5D9}">
      <dgm:prSet/>
      <dgm:spPr/>
      <dgm:t>
        <a:bodyPr/>
        <a:lstStyle/>
        <a:p>
          <a:endParaRPr lang="en-US"/>
        </a:p>
      </dgm:t>
    </dgm:pt>
    <dgm:pt modelId="{B48977FD-542D-4C7D-A600-373370BC1F82}" type="sibTrans" cxnId="{43D42BBC-D61D-4472-B0EB-6FD66140A5D9}">
      <dgm:prSet/>
      <dgm:spPr/>
      <dgm:t>
        <a:bodyPr/>
        <a:lstStyle/>
        <a:p>
          <a:endParaRPr lang="en-US"/>
        </a:p>
      </dgm:t>
    </dgm:pt>
    <dgm:pt modelId="{B1254A34-B993-4BDE-870A-23E21326440A}">
      <dgm:prSet/>
      <dgm:spPr/>
      <dgm:t>
        <a:bodyPr/>
        <a:lstStyle/>
        <a:p>
          <a:r>
            <a:rPr lang="uk-UA"/>
            <a:t>Захист інформаційних активів організації.</a:t>
          </a:r>
          <a:endParaRPr lang="en-US"/>
        </a:p>
      </dgm:t>
    </dgm:pt>
    <dgm:pt modelId="{0B66DA79-05AA-4E83-88D3-E70F70580736}" type="parTrans" cxnId="{ECE2E209-A00C-4656-B2A6-2171BA48B1F7}">
      <dgm:prSet/>
      <dgm:spPr/>
      <dgm:t>
        <a:bodyPr/>
        <a:lstStyle/>
        <a:p>
          <a:endParaRPr lang="en-US"/>
        </a:p>
      </dgm:t>
    </dgm:pt>
    <dgm:pt modelId="{D7EE5C9E-2782-4EBE-A7DF-F15F9493FF81}" type="sibTrans" cxnId="{ECE2E209-A00C-4656-B2A6-2171BA48B1F7}">
      <dgm:prSet/>
      <dgm:spPr/>
      <dgm:t>
        <a:bodyPr/>
        <a:lstStyle/>
        <a:p>
          <a:endParaRPr lang="en-US"/>
        </a:p>
      </dgm:t>
    </dgm:pt>
    <dgm:pt modelId="{B629E08D-2AB1-45B8-9AA8-884CA2E4FDCD}">
      <dgm:prSet/>
      <dgm:spPr/>
      <dgm:t>
        <a:bodyPr/>
        <a:lstStyle/>
        <a:p>
          <a:r>
            <a:rPr lang="uk-UA"/>
            <a:t>Оптимізація використання ІТ-ресурсів.</a:t>
          </a:r>
          <a:endParaRPr lang="en-US"/>
        </a:p>
      </dgm:t>
    </dgm:pt>
    <dgm:pt modelId="{59F2EE92-A6D9-4E33-9749-5FF6B8156501}" type="parTrans" cxnId="{BB27D2C0-5B43-41D3-A80E-28C286BDFA2D}">
      <dgm:prSet/>
      <dgm:spPr/>
      <dgm:t>
        <a:bodyPr/>
        <a:lstStyle/>
        <a:p>
          <a:endParaRPr lang="en-US"/>
        </a:p>
      </dgm:t>
    </dgm:pt>
    <dgm:pt modelId="{1D285D05-0B6F-439F-AC27-30620483FE74}" type="sibTrans" cxnId="{BB27D2C0-5B43-41D3-A80E-28C286BDFA2D}">
      <dgm:prSet/>
      <dgm:spPr/>
      <dgm:t>
        <a:bodyPr/>
        <a:lstStyle/>
        <a:p>
          <a:endParaRPr lang="en-US"/>
        </a:p>
      </dgm:t>
    </dgm:pt>
    <dgm:pt modelId="{684E0A9B-0D21-4F85-8171-B8C4F5C46438}">
      <dgm:prSet/>
      <dgm:spPr/>
      <dgm:t>
        <a:bodyPr/>
        <a:lstStyle/>
        <a:p>
          <a:r>
            <a:rPr lang="uk-UA"/>
            <a:t>Управління ІТ-ризиками.</a:t>
          </a:r>
          <a:endParaRPr lang="en-US"/>
        </a:p>
      </dgm:t>
    </dgm:pt>
    <dgm:pt modelId="{E16E6BB4-A4D2-46EE-829F-9946B77ACB6D}" type="parTrans" cxnId="{63932A0A-E33C-46A1-AB9F-73E35A56AF94}">
      <dgm:prSet/>
      <dgm:spPr/>
      <dgm:t>
        <a:bodyPr/>
        <a:lstStyle/>
        <a:p>
          <a:endParaRPr lang="en-US"/>
        </a:p>
      </dgm:t>
    </dgm:pt>
    <dgm:pt modelId="{3BC726E9-0746-40C2-A8DD-316AEC92065F}" type="sibTrans" cxnId="{63932A0A-E33C-46A1-AB9F-73E35A56AF94}">
      <dgm:prSet/>
      <dgm:spPr/>
      <dgm:t>
        <a:bodyPr/>
        <a:lstStyle/>
        <a:p>
          <a:endParaRPr lang="en-US"/>
        </a:p>
      </dgm:t>
    </dgm:pt>
    <dgm:pt modelId="{A58C2041-BCD5-4826-9C55-739A4A8D1024}">
      <dgm:prSet/>
      <dgm:spPr/>
      <dgm:t>
        <a:bodyPr/>
        <a:lstStyle/>
        <a:p>
          <a:r>
            <a:rPr lang="uk-UA"/>
            <a:t>Забезпечення відповідності нормативним вимогам.</a:t>
          </a:r>
          <a:endParaRPr lang="en-US"/>
        </a:p>
      </dgm:t>
    </dgm:pt>
    <dgm:pt modelId="{0F7EECA8-F5D4-44EB-845E-308803BA5379}" type="parTrans" cxnId="{28718CC4-C1AF-47B2-8C31-0B0C95D15F4B}">
      <dgm:prSet/>
      <dgm:spPr/>
      <dgm:t>
        <a:bodyPr/>
        <a:lstStyle/>
        <a:p>
          <a:endParaRPr lang="en-US"/>
        </a:p>
      </dgm:t>
    </dgm:pt>
    <dgm:pt modelId="{C572C04A-2EF8-49C8-A382-D169DE76410A}" type="sibTrans" cxnId="{28718CC4-C1AF-47B2-8C31-0B0C95D15F4B}">
      <dgm:prSet/>
      <dgm:spPr/>
      <dgm:t>
        <a:bodyPr/>
        <a:lstStyle/>
        <a:p>
          <a:endParaRPr lang="en-US"/>
        </a:p>
      </dgm:t>
    </dgm:pt>
    <dgm:pt modelId="{FE1E5C88-D285-419E-8595-9472EFF45736}" type="pres">
      <dgm:prSet presAssocID="{B976B4DF-63BB-4CFC-B2BA-18D40BF51C67}" presName="outerComposite" presStyleCnt="0">
        <dgm:presLayoutVars>
          <dgm:chMax val="5"/>
          <dgm:dir/>
          <dgm:resizeHandles val="exact"/>
        </dgm:presLayoutVars>
      </dgm:prSet>
      <dgm:spPr/>
    </dgm:pt>
    <dgm:pt modelId="{1EC5450E-B513-4CB3-8BE4-E06B01F5CA4E}" type="pres">
      <dgm:prSet presAssocID="{B976B4DF-63BB-4CFC-B2BA-18D40BF51C67}" presName="dummyMaxCanvas" presStyleCnt="0">
        <dgm:presLayoutVars/>
      </dgm:prSet>
      <dgm:spPr/>
    </dgm:pt>
    <dgm:pt modelId="{83BEF200-5431-4F2B-9334-CF9E2CF2E5ED}" type="pres">
      <dgm:prSet presAssocID="{B976B4DF-63BB-4CFC-B2BA-18D40BF51C67}" presName="FiveNodes_1" presStyleLbl="node1" presStyleIdx="0" presStyleCnt="5">
        <dgm:presLayoutVars>
          <dgm:bulletEnabled val="1"/>
        </dgm:presLayoutVars>
      </dgm:prSet>
      <dgm:spPr/>
    </dgm:pt>
    <dgm:pt modelId="{4B63BF55-FD46-4F7A-8E28-18986D966E26}" type="pres">
      <dgm:prSet presAssocID="{B976B4DF-63BB-4CFC-B2BA-18D40BF51C67}" presName="FiveNodes_2" presStyleLbl="node1" presStyleIdx="1" presStyleCnt="5">
        <dgm:presLayoutVars>
          <dgm:bulletEnabled val="1"/>
        </dgm:presLayoutVars>
      </dgm:prSet>
      <dgm:spPr/>
    </dgm:pt>
    <dgm:pt modelId="{9F68F2B3-8ED3-4C5C-9960-55EB9CDD5F27}" type="pres">
      <dgm:prSet presAssocID="{B976B4DF-63BB-4CFC-B2BA-18D40BF51C67}" presName="FiveNodes_3" presStyleLbl="node1" presStyleIdx="2" presStyleCnt="5">
        <dgm:presLayoutVars>
          <dgm:bulletEnabled val="1"/>
        </dgm:presLayoutVars>
      </dgm:prSet>
      <dgm:spPr/>
    </dgm:pt>
    <dgm:pt modelId="{59C659AF-20DB-45C0-B07E-C44949FB8F02}" type="pres">
      <dgm:prSet presAssocID="{B976B4DF-63BB-4CFC-B2BA-18D40BF51C67}" presName="FiveNodes_4" presStyleLbl="node1" presStyleIdx="3" presStyleCnt="5">
        <dgm:presLayoutVars>
          <dgm:bulletEnabled val="1"/>
        </dgm:presLayoutVars>
      </dgm:prSet>
      <dgm:spPr/>
    </dgm:pt>
    <dgm:pt modelId="{B90C4328-EB6E-416D-A044-7DC5B0F531B8}" type="pres">
      <dgm:prSet presAssocID="{B976B4DF-63BB-4CFC-B2BA-18D40BF51C67}" presName="FiveNodes_5" presStyleLbl="node1" presStyleIdx="4" presStyleCnt="5">
        <dgm:presLayoutVars>
          <dgm:bulletEnabled val="1"/>
        </dgm:presLayoutVars>
      </dgm:prSet>
      <dgm:spPr/>
    </dgm:pt>
    <dgm:pt modelId="{C0D80C2A-37FB-41DB-8F6A-8DAA3806DE59}" type="pres">
      <dgm:prSet presAssocID="{B976B4DF-63BB-4CFC-B2BA-18D40BF51C67}" presName="FiveConn_1-2" presStyleLbl="fgAccFollowNode1" presStyleIdx="0" presStyleCnt="4">
        <dgm:presLayoutVars>
          <dgm:bulletEnabled val="1"/>
        </dgm:presLayoutVars>
      </dgm:prSet>
      <dgm:spPr/>
    </dgm:pt>
    <dgm:pt modelId="{19508093-3CDF-4695-84EF-97549FC63D94}" type="pres">
      <dgm:prSet presAssocID="{B976B4DF-63BB-4CFC-B2BA-18D40BF51C67}" presName="FiveConn_2-3" presStyleLbl="fgAccFollowNode1" presStyleIdx="1" presStyleCnt="4">
        <dgm:presLayoutVars>
          <dgm:bulletEnabled val="1"/>
        </dgm:presLayoutVars>
      </dgm:prSet>
      <dgm:spPr/>
    </dgm:pt>
    <dgm:pt modelId="{914E6387-2580-4F0C-9AA8-5527291963EC}" type="pres">
      <dgm:prSet presAssocID="{B976B4DF-63BB-4CFC-B2BA-18D40BF51C67}" presName="FiveConn_3-4" presStyleLbl="fgAccFollowNode1" presStyleIdx="2" presStyleCnt="4">
        <dgm:presLayoutVars>
          <dgm:bulletEnabled val="1"/>
        </dgm:presLayoutVars>
      </dgm:prSet>
      <dgm:spPr/>
    </dgm:pt>
    <dgm:pt modelId="{5E7ACDE9-F4E0-4216-BB0A-C5BEF81A05E8}" type="pres">
      <dgm:prSet presAssocID="{B976B4DF-63BB-4CFC-B2BA-18D40BF51C67}" presName="FiveConn_4-5" presStyleLbl="fgAccFollowNode1" presStyleIdx="3" presStyleCnt="4">
        <dgm:presLayoutVars>
          <dgm:bulletEnabled val="1"/>
        </dgm:presLayoutVars>
      </dgm:prSet>
      <dgm:spPr/>
    </dgm:pt>
    <dgm:pt modelId="{5F5C22F6-8C04-4887-97C5-5A47EA294640}" type="pres">
      <dgm:prSet presAssocID="{B976B4DF-63BB-4CFC-B2BA-18D40BF51C67}" presName="FiveNodes_1_text" presStyleLbl="node1" presStyleIdx="4" presStyleCnt="5">
        <dgm:presLayoutVars>
          <dgm:bulletEnabled val="1"/>
        </dgm:presLayoutVars>
      </dgm:prSet>
      <dgm:spPr/>
    </dgm:pt>
    <dgm:pt modelId="{33861F1B-4192-4FC0-A626-DB93DBBC05BA}" type="pres">
      <dgm:prSet presAssocID="{B976B4DF-63BB-4CFC-B2BA-18D40BF51C67}" presName="FiveNodes_2_text" presStyleLbl="node1" presStyleIdx="4" presStyleCnt="5">
        <dgm:presLayoutVars>
          <dgm:bulletEnabled val="1"/>
        </dgm:presLayoutVars>
      </dgm:prSet>
      <dgm:spPr/>
    </dgm:pt>
    <dgm:pt modelId="{800EDF70-17EF-4066-ADF0-AE7D558C0CA1}" type="pres">
      <dgm:prSet presAssocID="{B976B4DF-63BB-4CFC-B2BA-18D40BF51C67}" presName="FiveNodes_3_text" presStyleLbl="node1" presStyleIdx="4" presStyleCnt="5">
        <dgm:presLayoutVars>
          <dgm:bulletEnabled val="1"/>
        </dgm:presLayoutVars>
      </dgm:prSet>
      <dgm:spPr/>
    </dgm:pt>
    <dgm:pt modelId="{F0C50DED-D100-4BC4-9F7F-D5B01ABB0E81}" type="pres">
      <dgm:prSet presAssocID="{B976B4DF-63BB-4CFC-B2BA-18D40BF51C67}" presName="FiveNodes_4_text" presStyleLbl="node1" presStyleIdx="4" presStyleCnt="5">
        <dgm:presLayoutVars>
          <dgm:bulletEnabled val="1"/>
        </dgm:presLayoutVars>
      </dgm:prSet>
      <dgm:spPr/>
    </dgm:pt>
    <dgm:pt modelId="{FC28457B-C1AB-4F0D-B08D-B7E14A69C363}" type="pres">
      <dgm:prSet presAssocID="{B976B4DF-63BB-4CFC-B2BA-18D40BF51C6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CE2E209-A00C-4656-B2A6-2171BA48B1F7}" srcId="{B976B4DF-63BB-4CFC-B2BA-18D40BF51C67}" destId="{B1254A34-B993-4BDE-870A-23E21326440A}" srcOrd="1" destOrd="0" parTransId="{0B66DA79-05AA-4E83-88D3-E70F70580736}" sibTransId="{D7EE5C9E-2782-4EBE-A7DF-F15F9493FF81}"/>
    <dgm:cxn modelId="{63932A0A-E33C-46A1-AB9F-73E35A56AF94}" srcId="{B976B4DF-63BB-4CFC-B2BA-18D40BF51C67}" destId="{684E0A9B-0D21-4F85-8171-B8C4F5C46438}" srcOrd="3" destOrd="0" parTransId="{E16E6BB4-A4D2-46EE-829F-9946B77ACB6D}" sibTransId="{3BC726E9-0746-40C2-A8DD-316AEC92065F}"/>
    <dgm:cxn modelId="{ED09E10C-E259-4E84-80D3-A7C713910286}" type="presOf" srcId="{3BC726E9-0746-40C2-A8DD-316AEC92065F}" destId="{5E7ACDE9-F4E0-4216-BB0A-C5BEF81A05E8}" srcOrd="0" destOrd="0" presId="urn:microsoft.com/office/officeart/2005/8/layout/vProcess5"/>
    <dgm:cxn modelId="{A33E4710-EBB7-4BDE-A5EB-71D3C281AB71}" type="presOf" srcId="{A58C2041-BCD5-4826-9C55-739A4A8D1024}" destId="{B90C4328-EB6E-416D-A044-7DC5B0F531B8}" srcOrd="0" destOrd="0" presId="urn:microsoft.com/office/officeart/2005/8/layout/vProcess5"/>
    <dgm:cxn modelId="{F727CB23-D9BC-4AA4-9897-436E53384493}" type="presOf" srcId="{B629E08D-2AB1-45B8-9AA8-884CA2E4FDCD}" destId="{9F68F2B3-8ED3-4C5C-9960-55EB9CDD5F27}" srcOrd="0" destOrd="0" presId="urn:microsoft.com/office/officeart/2005/8/layout/vProcess5"/>
    <dgm:cxn modelId="{5367382A-16C9-41C7-8AC4-2E4E179F9AEB}" type="presOf" srcId="{16ADBB56-22C5-4696-A0DF-E33366AFC677}" destId="{5F5C22F6-8C04-4887-97C5-5A47EA294640}" srcOrd="1" destOrd="0" presId="urn:microsoft.com/office/officeart/2005/8/layout/vProcess5"/>
    <dgm:cxn modelId="{4E8F6D32-B9FA-48C3-A98F-CDC3DFB6D1B7}" type="presOf" srcId="{B976B4DF-63BB-4CFC-B2BA-18D40BF51C67}" destId="{FE1E5C88-D285-419E-8595-9472EFF45736}" srcOrd="0" destOrd="0" presId="urn:microsoft.com/office/officeart/2005/8/layout/vProcess5"/>
    <dgm:cxn modelId="{21339A57-A792-48CB-AD3B-603B6A0C5D34}" type="presOf" srcId="{16ADBB56-22C5-4696-A0DF-E33366AFC677}" destId="{83BEF200-5431-4F2B-9334-CF9E2CF2E5ED}" srcOrd="0" destOrd="0" presId="urn:microsoft.com/office/officeart/2005/8/layout/vProcess5"/>
    <dgm:cxn modelId="{B8EA3F58-B3AF-443E-BD3C-E1F1BF590870}" type="presOf" srcId="{684E0A9B-0D21-4F85-8171-B8C4F5C46438}" destId="{59C659AF-20DB-45C0-B07E-C44949FB8F02}" srcOrd="0" destOrd="0" presId="urn:microsoft.com/office/officeart/2005/8/layout/vProcess5"/>
    <dgm:cxn modelId="{9EF3DF58-ACBE-4713-B6AA-D388470E2267}" type="presOf" srcId="{B1254A34-B993-4BDE-870A-23E21326440A}" destId="{4B63BF55-FD46-4F7A-8E28-18986D966E26}" srcOrd="0" destOrd="0" presId="urn:microsoft.com/office/officeart/2005/8/layout/vProcess5"/>
    <dgm:cxn modelId="{0287A779-D5C7-401D-B3F5-B9A6BA115A9A}" type="presOf" srcId="{B1254A34-B993-4BDE-870A-23E21326440A}" destId="{33861F1B-4192-4FC0-A626-DB93DBBC05BA}" srcOrd="1" destOrd="0" presId="urn:microsoft.com/office/officeart/2005/8/layout/vProcess5"/>
    <dgm:cxn modelId="{A34D2A97-60A5-4C63-B4C1-B7C3ABED98BC}" type="presOf" srcId="{1D285D05-0B6F-439F-AC27-30620483FE74}" destId="{914E6387-2580-4F0C-9AA8-5527291963EC}" srcOrd="0" destOrd="0" presId="urn:microsoft.com/office/officeart/2005/8/layout/vProcess5"/>
    <dgm:cxn modelId="{C52F92B5-4EB6-4364-B9A9-FD54443D873E}" type="presOf" srcId="{A58C2041-BCD5-4826-9C55-739A4A8D1024}" destId="{FC28457B-C1AB-4F0D-B08D-B7E14A69C363}" srcOrd="1" destOrd="0" presId="urn:microsoft.com/office/officeart/2005/8/layout/vProcess5"/>
    <dgm:cxn modelId="{833BCFB8-6AAB-4566-8852-44374263EFD7}" type="presOf" srcId="{684E0A9B-0D21-4F85-8171-B8C4F5C46438}" destId="{F0C50DED-D100-4BC4-9F7F-D5B01ABB0E81}" srcOrd="1" destOrd="0" presId="urn:microsoft.com/office/officeart/2005/8/layout/vProcess5"/>
    <dgm:cxn modelId="{43D42BBC-D61D-4472-B0EB-6FD66140A5D9}" srcId="{B976B4DF-63BB-4CFC-B2BA-18D40BF51C67}" destId="{16ADBB56-22C5-4696-A0DF-E33366AFC677}" srcOrd="0" destOrd="0" parTransId="{E683E48A-98D6-4981-92A6-3B43D75359C5}" sibTransId="{B48977FD-542D-4C7D-A600-373370BC1F82}"/>
    <dgm:cxn modelId="{BB27D2C0-5B43-41D3-A80E-28C286BDFA2D}" srcId="{B976B4DF-63BB-4CFC-B2BA-18D40BF51C67}" destId="{B629E08D-2AB1-45B8-9AA8-884CA2E4FDCD}" srcOrd="2" destOrd="0" parTransId="{59F2EE92-A6D9-4E33-9749-5FF6B8156501}" sibTransId="{1D285D05-0B6F-439F-AC27-30620483FE74}"/>
    <dgm:cxn modelId="{28718CC4-C1AF-47B2-8C31-0B0C95D15F4B}" srcId="{B976B4DF-63BB-4CFC-B2BA-18D40BF51C67}" destId="{A58C2041-BCD5-4826-9C55-739A4A8D1024}" srcOrd="4" destOrd="0" parTransId="{0F7EECA8-F5D4-44EB-845E-308803BA5379}" sibTransId="{C572C04A-2EF8-49C8-A382-D169DE76410A}"/>
    <dgm:cxn modelId="{7417AAC6-E1E5-46EA-9207-5E46E6E2C541}" type="presOf" srcId="{B48977FD-542D-4C7D-A600-373370BC1F82}" destId="{C0D80C2A-37FB-41DB-8F6A-8DAA3806DE59}" srcOrd="0" destOrd="0" presId="urn:microsoft.com/office/officeart/2005/8/layout/vProcess5"/>
    <dgm:cxn modelId="{8FE4DAD4-DAAD-4C72-AD7C-A0F2EBEF8B2E}" type="presOf" srcId="{D7EE5C9E-2782-4EBE-A7DF-F15F9493FF81}" destId="{19508093-3CDF-4695-84EF-97549FC63D94}" srcOrd="0" destOrd="0" presId="urn:microsoft.com/office/officeart/2005/8/layout/vProcess5"/>
    <dgm:cxn modelId="{9E0767EA-7710-4F35-9A2E-A82445909010}" type="presOf" srcId="{B629E08D-2AB1-45B8-9AA8-884CA2E4FDCD}" destId="{800EDF70-17EF-4066-ADF0-AE7D558C0CA1}" srcOrd="1" destOrd="0" presId="urn:microsoft.com/office/officeart/2005/8/layout/vProcess5"/>
    <dgm:cxn modelId="{3BFBFE55-F61A-4455-980F-5FD5DE247833}" type="presParOf" srcId="{FE1E5C88-D285-419E-8595-9472EFF45736}" destId="{1EC5450E-B513-4CB3-8BE4-E06B01F5CA4E}" srcOrd="0" destOrd="0" presId="urn:microsoft.com/office/officeart/2005/8/layout/vProcess5"/>
    <dgm:cxn modelId="{9266DCE5-3640-4E94-A2FF-578BB1259FA2}" type="presParOf" srcId="{FE1E5C88-D285-419E-8595-9472EFF45736}" destId="{83BEF200-5431-4F2B-9334-CF9E2CF2E5ED}" srcOrd="1" destOrd="0" presId="urn:microsoft.com/office/officeart/2005/8/layout/vProcess5"/>
    <dgm:cxn modelId="{81A516C4-57D0-44E7-9253-3D2ECE9596CA}" type="presParOf" srcId="{FE1E5C88-D285-419E-8595-9472EFF45736}" destId="{4B63BF55-FD46-4F7A-8E28-18986D966E26}" srcOrd="2" destOrd="0" presId="urn:microsoft.com/office/officeart/2005/8/layout/vProcess5"/>
    <dgm:cxn modelId="{21E9EE24-A3B7-4BAF-B599-50F9E1B5FCE8}" type="presParOf" srcId="{FE1E5C88-D285-419E-8595-9472EFF45736}" destId="{9F68F2B3-8ED3-4C5C-9960-55EB9CDD5F27}" srcOrd="3" destOrd="0" presId="urn:microsoft.com/office/officeart/2005/8/layout/vProcess5"/>
    <dgm:cxn modelId="{19980219-51AA-4F55-A68B-B01772AF0E7C}" type="presParOf" srcId="{FE1E5C88-D285-419E-8595-9472EFF45736}" destId="{59C659AF-20DB-45C0-B07E-C44949FB8F02}" srcOrd="4" destOrd="0" presId="urn:microsoft.com/office/officeart/2005/8/layout/vProcess5"/>
    <dgm:cxn modelId="{D19E3865-D2CE-44B0-88D2-EAA4C5BF199D}" type="presParOf" srcId="{FE1E5C88-D285-419E-8595-9472EFF45736}" destId="{B90C4328-EB6E-416D-A044-7DC5B0F531B8}" srcOrd="5" destOrd="0" presId="urn:microsoft.com/office/officeart/2005/8/layout/vProcess5"/>
    <dgm:cxn modelId="{F87B67C4-6425-4B51-BA06-9242EEF70803}" type="presParOf" srcId="{FE1E5C88-D285-419E-8595-9472EFF45736}" destId="{C0D80C2A-37FB-41DB-8F6A-8DAA3806DE59}" srcOrd="6" destOrd="0" presId="urn:microsoft.com/office/officeart/2005/8/layout/vProcess5"/>
    <dgm:cxn modelId="{6955C1F0-6A57-43B4-8D20-EBEC726B9E9A}" type="presParOf" srcId="{FE1E5C88-D285-419E-8595-9472EFF45736}" destId="{19508093-3CDF-4695-84EF-97549FC63D94}" srcOrd="7" destOrd="0" presId="urn:microsoft.com/office/officeart/2005/8/layout/vProcess5"/>
    <dgm:cxn modelId="{54343F9A-D220-4572-8C80-4281BF8C20BA}" type="presParOf" srcId="{FE1E5C88-D285-419E-8595-9472EFF45736}" destId="{914E6387-2580-4F0C-9AA8-5527291963EC}" srcOrd="8" destOrd="0" presId="urn:microsoft.com/office/officeart/2005/8/layout/vProcess5"/>
    <dgm:cxn modelId="{94F1AFDA-43B3-451B-985A-2376AA149315}" type="presParOf" srcId="{FE1E5C88-D285-419E-8595-9472EFF45736}" destId="{5E7ACDE9-F4E0-4216-BB0A-C5BEF81A05E8}" srcOrd="9" destOrd="0" presId="urn:microsoft.com/office/officeart/2005/8/layout/vProcess5"/>
    <dgm:cxn modelId="{7F00442B-6AA6-436C-9897-DB3B8F16DBA2}" type="presParOf" srcId="{FE1E5C88-D285-419E-8595-9472EFF45736}" destId="{5F5C22F6-8C04-4887-97C5-5A47EA294640}" srcOrd="10" destOrd="0" presId="urn:microsoft.com/office/officeart/2005/8/layout/vProcess5"/>
    <dgm:cxn modelId="{E83F753C-58DC-4352-9579-8BBDF507079D}" type="presParOf" srcId="{FE1E5C88-D285-419E-8595-9472EFF45736}" destId="{33861F1B-4192-4FC0-A626-DB93DBBC05BA}" srcOrd="11" destOrd="0" presId="urn:microsoft.com/office/officeart/2005/8/layout/vProcess5"/>
    <dgm:cxn modelId="{3730F6BA-4CA0-4041-B392-A215516651C6}" type="presParOf" srcId="{FE1E5C88-D285-419E-8595-9472EFF45736}" destId="{800EDF70-17EF-4066-ADF0-AE7D558C0CA1}" srcOrd="12" destOrd="0" presId="urn:microsoft.com/office/officeart/2005/8/layout/vProcess5"/>
    <dgm:cxn modelId="{A5B97717-4994-4ECB-BD24-E16299F7A2DB}" type="presParOf" srcId="{FE1E5C88-D285-419E-8595-9472EFF45736}" destId="{F0C50DED-D100-4BC4-9F7F-D5B01ABB0E81}" srcOrd="13" destOrd="0" presId="urn:microsoft.com/office/officeart/2005/8/layout/vProcess5"/>
    <dgm:cxn modelId="{B0A3E5B4-84F9-46EC-AC40-FC8BDA0B743D}" type="presParOf" srcId="{FE1E5C88-D285-419E-8595-9472EFF45736}" destId="{FC28457B-C1AB-4F0D-B08D-B7E14A69C36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E771C71-8952-4FCF-91AC-9D50A08325A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21AEAA-4D5D-4C01-89B7-938D57751011}">
      <dgm:prSet/>
      <dgm:spPr/>
      <dgm:t>
        <a:bodyPr/>
        <a:lstStyle/>
        <a:p>
          <a:r>
            <a:rPr lang="uk-UA" b="1"/>
            <a:t>Управління ІТ-ризиками.</a:t>
          </a:r>
          <a:endParaRPr lang="en-US"/>
        </a:p>
      </dgm:t>
    </dgm:pt>
    <dgm:pt modelId="{0E4D8B37-B951-4D3C-AB3A-752DB8B7A644}" type="parTrans" cxnId="{E7647719-9E18-4BA5-8C04-18B60B026E0A}">
      <dgm:prSet/>
      <dgm:spPr/>
      <dgm:t>
        <a:bodyPr/>
        <a:lstStyle/>
        <a:p>
          <a:endParaRPr lang="en-US"/>
        </a:p>
      </dgm:t>
    </dgm:pt>
    <dgm:pt modelId="{6675662A-1296-4A44-9A25-5EFA8C9E234D}" type="sibTrans" cxnId="{E7647719-9E18-4BA5-8C04-18B60B026E0A}">
      <dgm:prSet/>
      <dgm:spPr/>
      <dgm:t>
        <a:bodyPr/>
        <a:lstStyle/>
        <a:p>
          <a:endParaRPr lang="en-US"/>
        </a:p>
      </dgm:t>
    </dgm:pt>
    <dgm:pt modelId="{35654174-EC61-48D6-967C-2F37D3FF397B}">
      <dgm:prSet/>
      <dgm:spPr/>
      <dgm:t>
        <a:bodyPr/>
        <a:lstStyle/>
        <a:p>
          <a:r>
            <a:rPr lang="uk-UA" b="1"/>
            <a:t>Ідентифікація ризиків</a:t>
          </a:r>
          <a:endParaRPr lang="en-US"/>
        </a:p>
      </dgm:t>
    </dgm:pt>
    <dgm:pt modelId="{F35833BA-C84B-4EFD-A89E-D9C59AECEE47}" type="parTrans" cxnId="{74442D81-7D3F-4538-B1FF-39F61D7641EB}">
      <dgm:prSet/>
      <dgm:spPr/>
      <dgm:t>
        <a:bodyPr/>
        <a:lstStyle/>
        <a:p>
          <a:endParaRPr lang="en-US"/>
        </a:p>
      </dgm:t>
    </dgm:pt>
    <dgm:pt modelId="{381760B9-8A43-4AC1-92C0-55F1133E5125}" type="sibTrans" cxnId="{74442D81-7D3F-4538-B1FF-39F61D7641EB}">
      <dgm:prSet/>
      <dgm:spPr/>
      <dgm:t>
        <a:bodyPr/>
        <a:lstStyle/>
        <a:p>
          <a:endParaRPr lang="en-US"/>
        </a:p>
      </dgm:t>
    </dgm:pt>
    <dgm:pt modelId="{A4D438F2-7DC8-4E57-81D7-3E161409C8A4}" type="pres">
      <dgm:prSet presAssocID="{5E771C71-8952-4FCF-91AC-9D50A08325A4}" presName="diagram" presStyleCnt="0">
        <dgm:presLayoutVars>
          <dgm:dir/>
          <dgm:resizeHandles val="exact"/>
        </dgm:presLayoutVars>
      </dgm:prSet>
      <dgm:spPr/>
    </dgm:pt>
    <dgm:pt modelId="{A66373B4-7CD1-4631-97AA-2A2CA0C5C8B5}" type="pres">
      <dgm:prSet presAssocID="{3621AEAA-4D5D-4C01-89B7-938D57751011}" presName="node" presStyleLbl="node1" presStyleIdx="0" presStyleCnt="2">
        <dgm:presLayoutVars>
          <dgm:bulletEnabled val="1"/>
        </dgm:presLayoutVars>
      </dgm:prSet>
      <dgm:spPr/>
    </dgm:pt>
    <dgm:pt modelId="{EC766434-829C-4D38-A41F-77041CC169FE}" type="pres">
      <dgm:prSet presAssocID="{6675662A-1296-4A44-9A25-5EFA8C9E234D}" presName="sibTrans" presStyleCnt="0"/>
      <dgm:spPr/>
    </dgm:pt>
    <dgm:pt modelId="{AE920758-D3A5-429A-9639-D2E6519FA3BF}" type="pres">
      <dgm:prSet presAssocID="{35654174-EC61-48D6-967C-2F37D3FF397B}" presName="node" presStyleLbl="node1" presStyleIdx="1" presStyleCnt="2" custLinFactY="27566" custLinFactNeighborX="1373" custLinFactNeighborY="100000">
        <dgm:presLayoutVars>
          <dgm:bulletEnabled val="1"/>
        </dgm:presLayoutVars>
      </dgm:prSet>
      <dgm:spPr/>
    </dgm:pt>
  </dgm:ptLst>
  <dgm:cxnLst>
    <dgm:cxn modelId="{E7647719-9E18-4BA5-8C04-18B60B026E0A}" srcId="{5E771C71-8952-4FCF-91AC-9D50A08325A4}" destId="{3621AEAA-4D5D-4C01-89B7-938D57751011}" srcOrd="0" destOrd="0" parTransId="{0E4D8B37-B951-4D3C-AB3A-752DB8B7A644}" sibTransId="{6675662A-1296-4A44-9A25-5EFA8C9E234D}"/>
    <dgm:cxn modelId="{5D20B62D-C581-436C-B653-CC7EC0951651}" type="presOf" srcId="{5E771C71-8952-4FCF-91AC-9D50A08325A4}" destId="{A4D438F2-7DC8-4E57-81D7-3E161409C8A4}" srcOrd="0" destOrd="0" presId="urn:microsoft.com/office/officeart/2005/8/layout/default"/>
    <dgm:cxn modelId="{9C537467-1FA5-4DDB-9FCC-FD1DB5F03413}" type="presOf" srcId="{35654174-EC61-48D6-967C-2F37D3FF397B}" destId="{AE920758-D3A5-429A-9639-D2E6519FA3BF}" srcOrd="0" destOrd="0" presId="urn:microsoft.com/office/officeart/2005/8/layout/default"/>
    <dgm:cxn modelId="{74442D81-7D3F-4538-B1FF-39F61D7641EB}" srcId="{5E771C71-8952-4FCF-91AC-9D50A08325A4}" destId="{35654174-EC61-48D6-967C-2F37D3FF397B}" srcOrd="1" destOrd="0" parTransId="{F35833BA-C84B-4EFD-A89E-D9C59AECEE47}" sibTransId="{381760B9-8A43-4AC1-92C0-55F1133E5125}"/>
    <dgm:cxn modelId="{AD7D80BA-F648-4DD9-82CC-457BC59223FE}" type="presOf" srcId="{3621AEAA-4D5D-4C01-89B7-938D57751011}" destId="{A66373B4-7CD1-4631-97AA-2A2CA0C5C8B5}" srcOrd="0" destOrd="0" presId="urn:microsoft.com/office/officeart/2005/8/layout/default"/>
    <dgm:cxn modelId="{FAA579F3-E237-423C-A143-5D7A41F5DCC7}" type="presParOf" srcId="{A4D438F2-7DC8-4E57-81D7-3E161409C8A4}" destId="{A66373B4-7CD1-4631-97AA-2A2CA0C5C8B5}" srcOrd="0" destOrd="0" presId="urn:microsoft.com/office/officeart/2005/8/layout/default"/>
    <dgm:cxn modelId="{86391AF7-4F20-4C89-A767-C9708D42018D}" type="presParOf" srcId="{A4D438F2-7DC8-4E57-81D7-3E161409C8A4}" destId="{EC766434-829C-4D38-A41F-77041CC169FE}" srcOrd="1" destOrd="0" presId="urn:microsoft.com/office/officeart/2005/8/layout/default"/>
    <dgm:cxn modelId="{9FB839B0-152A-4B33-AB4B-C370BC16327A}" type="presParOf" srcId="{A4D438F2-7DC8-4E57-81D7-3E161409C8A4}" destId="{AE920758-D3A5-429A-9639-D2E6519FA3B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FE33235-4B03-44EE-9245-FDC52AFFA2C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870259B-E3BB-467D-A532-F093998E720B}">
      <dgm:prSet/>
      <dgm:spPr/>
      <dgm:t>
        <a:bodyPr/>
        <a:lstStyle/>
        <a:p>
          <a:r>
            <a:rPr lang="uk-UA"/>
            <a:t>Визначення ймовірності виникнення кожного ідентифікованого ризику</a:t>
          </a:r>
          <a:endParaRPr lang="en-US"/>
        </a:p>
      </dgm:t>
    </dgm:pt>
    <dgm:pt modelId="{CD443694-3290-4ABA-AE50-512ED0E9985F}" type="parTrans" cxnId="{2973F4E7-0DBE-41A4-A5EA-D4B4B8B83830}">
      <dgm:prSet/>
      <dgm:spPr/>
      <dgm:t>
        <a:bodyPr/>
        <a:lstStyle/>
        <a:p>
          <a:endParaRPr lang="en-US"/>
        </a:p>
      </dgm:t>
    </dgm:pt>
    <dgm:pt modelId="{9430D76C-969D-4D2B-BE52-27E35645713D}" type="sibTrans" cxnId="{2973F4E7-0DBE-41A4-A5EA-D4B4B8B83830}">
      <dgm:prSet/>
      <dgm:spPr/>
      <dgm:t>
        <a:bodyPr/>
        <a:lstStyle/>
        <a:p>
          <a:endParaRPr lang="en-US"/>
        </a:p>
      </dgm:t>
    </dgm:pt>
    <dgm:pt modelId="{CC5E663B-CF05-4B55-A853-C235BC907D53}">
      <dgm:prSet/>
      <dgm:spPr/>
      <dgm:t>
        <a:bodyPr/>
        <a:lstStyle/>
        <a:p>
          <a:r>
            <a:rPr lang="uk-UA"/>
            <a:t>Оцінка потенційного впливу на бізнес у разі реалізації ризику</a:t>
          </a:r>
          <a:endParaRPr lang="en-US"/>
        </a:p>
      </dgm:t>
    </dgm:pt>
    <dgm:pt modelId="{B078993B-D36C-4FAE-97A1-7BF58EF33E9C}" type="parTrans" cxnId="{373B019A-ACA6-4E1E-8ADD-A3EBE43352D5}">
      <dgm:prSet/>
      <dgm:spPr/>
      <dgm:t>
        <a:bodyPr/>
        <a:lstStyle/>
        <a:p>
          <a:endParaRPr lang="en-US"/>
        </a:p>
      </dgm:t>
    </dgm:pt>
    <dgm:pt modelId="{AE85E5D8-3AEC-4E25-B881-40E2487CB06D}" type="sibTrans" cxnId="{373B019A-ACA6-4E1E-8ADD-A3EBE43352D5}">
      <dgm:prSet/>
      <dgm:spPr/>
      <dgm:t>
        <a:bodyPr/>
        <a:lstStyle/>
        <a:p>
          <a:endParaRPr lang="en-US"/>
        </a:p>
      </dgm:t>
    </dgm:pt>
    <dgm:pt modelId="{D0A1533C-8287-4C64-B2D9-EE020D1D838C}">
      <dgm:prSet/>
      <dgm:spPr/>
      <dgm:t>
        <a:bodyPr/>
        <a:lstStyle/>
        <a:p>
          <a:r>
            <a:rPr lang="uk-UA"/>
            <a:t>Розрахунок загального рівня ризику на основі ймовірності та впливу</a:t>
          </a:r>
          <a:endParaRPr lang="en-US"/>
        </a:p>
      </dgm:t>
    </dgm:pt>
    <dgm:pt modelId="{072371EC-F07C-412F-8A94-DD255FCAD355}" type="parTrans" cxnId="{F1CA1D4C-0327-4E88-9708-1E8EC59CC6F4}">
      <dgm:prSet/>
      <dgm:spPr/>
      <dgm:t>
        <a:bodyPr/>
        <a:lstStyle/>
        <a:p>
          <a:endParaRPr lang="en-US"/>
        </a:p>
      </dgm:t>
    </dgm:pt>
    <dgm:pt modelId="{DBC3ACF8-4963-4AC1-AA1D-91AC52B3E8EA}" type="sibTrans" cxnId="{F1CA1D4C-0327-4E88-9708-1E8EC59CC6F4}">
      <dgm:prSet/>
      <dgm:spPr/>
      <dgm:t>
        <a:bodyPr/>
        <a:lstStyle/>
        <a:p>
          <a:endParaRPr lang="en-US"/>
        </a:p>
      </dgm:t>
    </dgm:pt>
    <dgm:pt modelId="{5BAB520C-6455-4A87-9091-7B676406B6BF}">
      <dgm:prSet/>
      <dgm:spPr/>
      <dgm:t>
        <a:bodyPr/>
        <a:lstStyle/>
        <a:p>
          <a:r>
            <a:rPr lang="uk-UA"/>
            <a:t>Пріоритизація ризиків на основі їх загального рівня</a:t>
          </a:r>
          <a:endParaRPr lang="en-US"/>
        </a:p>
      </dgm:t>
    </dgm:pt>
    <dgm:pt modelId="{BBC6B72F-06AB-4F8B-98A8-3223DF47BA4F}" type="parTrans" cxnId="{641B2996-7B52-4C91-AD49-B3D93A9934CB}">
      <dgm:prSet/>
      <dgm:spPr/>
      <dgm:t>
        <a:bodyPr/>
        <a:lstStyle/>
        <a:p>
          <a:endParaRPr lang="en-US"/>
        </a:p>
      </dgm:t>
    </dgm:pt>
    <dgm:pt modelId="{F0399ECE-2426-4470-9598-9C3650B3BDF3}" type="sibTrans" cxnId="{641B2996-7B52-4C91-AD49-B3D93A9934CB}">
      <dgm:prSet/>
      <dgm:spPr/>
      <dgm:t>
        <a:bodyPr/>
        <a:lstStyle/>
        <a:p>
          <a:endParaRPr lang="en-US"/>
        </a:p>
      </dgm:t>
    </dgm:pt>
    <dgm:pt modelId="{2C323A8E-CE7F-4140-805F-FC22943FBA49}" type="pres">
      <dgm:prSet presAssocID="{2FE33235-4B03-44EE-9245-FDC52AFFA2C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BC6D486-7F04-4851-98EC-058197FFB1D7}" type="pres">
      <dgm:prSet presAssocID="{6870259B-E3BB-467D-A532-F093998E720B}" presName="hierRoot1" presStyleCnt="0"/>
      <dgm:spPr/>
    </dgm:pt>
    <dgm:pt modelId="{97B2C633-D0B8-4466-B6F3-461C95D5D23E}" type="pres">
      <dgm:prSet presAssocID="{6870259B-E3BB-467D-A532-F093998E720B}" presName="composite" presStyleCnt="0"/>
      <dgm:spPr/>
    </dgm:pt>
    <dgm:pt modelId="{45222ABC-3279-4A5D-A1F8-38368F93E2AE}" type="pres">
      <dgm:prSet presAssocID="{6870259B-E3BB-467D-A532-F093998E720B}" presName="background" presStyleLbl="node0" presStyleIdx="0" presStyleCnt="4"/>
      <dgm:spPr/>
    </dgm:pt>
    <dgm:pt modelId="{3CA6C4CF-88BF-4DC3-AD16-C7A070B79CEC}" type="pres">
      <dgm:prSet presAssocID="{6870259B-E3BB-467D-A532-F093998E720B}" presName="text" presStyleLbl="fgAcc0" presStyleIdx="0" presStyleCnt="4">
        <dgm:presLayoutVars>
          <dgm:chPref val="3"/>
        </dgm:presLayoutVars>
      </dgm:prSet>
      <dgm:spPr/>
    </dgm:pt>
    <dgm:pt modelId="{71B56CA4-0128-4925-B55D-4A697AF54E00}" type="pres">
      <dgm:prSet presAssocID="{6870259B-E3BB-467D-A532-F093998E720B}" presName="hierChild2" presStyleCnt="0"/>
      <dgm:spPr/>
    </dgm:pt>
    <dgm:pt modelId="{BBB03BFE-DBCE-4718-872E-BD9881235311}" type="pres">
      <dgm:prSet presAssocID="{CC5E663B-CF05-4B55-A853-C235BC907D53}" presName="hierRoot1" presStyleCnt="0"/>
      <dgm:spPr/>
    </dgm:pt>
    <dgm:pt modelId="{A58A95AE-68C9-416F-9B27-10845299C413}" type="pres">
      <dgm:prSet presAssocID="{CC5E663B-CF05-4B55-A853-C235BC907D53}" presName="composite" presStyleCnt="0"/>
      <dgm:spPr/>
    </dgm:pt>
    <dgm:pt modelId="{CC304102-3C55-4AC9-9414-EF682958DE0F}" type="pres">
      <dgm:prSet presAssocID="{CC5E663B-CF05-4B55-A853-C235BC907D53}" presName="background" presStyleLbl="node0" presStyleIdx="1" presStyleCnt="4"/>
      <dgm:spPr/>
    </dgm:pt>
    <dgm:pt modelId="{997087CB-8D30-4C49-B914-C350C1229543}" type="pres">
      <dgm:prSet presAssocID="{CC5E663B-CF05-4B55-A853-C235BC907D53}" presName="text" presStyleLbl="fgAcc0" presStyleIdx="1" presStyleCnt="4">
        <dgm:presLayoutVars>
          <dgm:chPref val="3"/>
        </dgm:presLayoutVars>
      </dgm:prSet>
      <dgm:spPr/>
    </dgm:pt>
    <dgm:pt modelId="{128106B0-4455-4380-A1C2-FADD42C8B140}" type="pres">
      <dgm:prSet presAssocID="{CC5E663B-CF05-4B55-A853-C235BC907D53}" presName="hierChild2" presStyleCnt="0"/>
      <dgm:spPr/>
    </dgm:pt>
    <dgm:pt modelId="{7D8977D0-C79B-42AD-ACC7-9D4BF81FCC80}" type="pres">
      <dgm:prSet presAssocID="{D0A1533C-8287-4C64-B2D9-EE020D1D838C}" presName="hierRoot1" presStyleCnt="0"/>
      <dgm:spPr/>
    </dgm:pt>
    <dgm:pt modelId="{DE689E80-F2ED-40E5-8BA6-8BFA21DF6896}" type="pres">
      <dgm:prSet presAssocID="{D0A1533C-8287-4C64-B2D9-EE020D1D838C}" presName="composite" presStyleCnt="0"/>
      <dgm:spPr/>
    </dgm:pt>
    <dgm:pt modelId="{F8878462-D941-4083-A7FB-2EC9005111D6}" type="pres">
      <dgm:prSet presAssocID="{D0A1533C-8287-4C64-B2D9-EE020D1D838C}" presName="background" presStyleLbl="node0" presStyleIdx="2" presStyleCnt="4"/>
      <dgm:spPr/>
    </dgm:pt>
    <dgm:pt modelId="{872855DF-D5F4-4A03-AEB2-FB82FE2C3B17}" type="pres">
      <dgm:prSet presAssocID="{D0A1533C-8287-4C64-B2D9-EE020D1D838C}" presName="text" presStyleLbl="fgAcc0" presStyleIdx="2" presStyleCnt="4">
        <dgm:presLayoutVars>
          <dgm:chPref val="3"/>
        </dgm:presLayoutVars>
      </dgm:prSet>
      <dgm:spPr/>
    </dgm:pt>
    <dgm:pt modelId="{BF8283F1-24B2-440C-9CD2-D367590C81FD}" type="pres">
      <dgm:prSet presAssocID="{D0A1533C-8287-4C64-B2D9-EE020D1D838C}" presName="hierChild2" presStyleCnt="0"/>
      <dgm:spPr/>
    </dgm:pt>
    <dgm:pt modelId="{9A6A0FFD-F65E-4817-B23C-D7642B863056}" type="pres">
      <dgm:prSet presAssocID="{5BAB520C-6455-4A87-9091-7B676406B6BF}" presName="hierRoot1" presStyleCnt="0"/>
      <dgm:spPr/>
    </dgm:pt>
    <dgm:pt modelId="{96FF3C97-FC60-43E6-AC18-FAC6F1F85800}" type="pres">
      <dgm:prSet presAssocID="{5BAB520C-6455-4A87-9091-7B676406B6BF}" presName="composite" presStyleCnt="0"/>
      <dgm:spPr/>
    </dgm:pt>
    <dgm:pt modelId="{82C2DFDE-716A-45CD-A2A6-2655788DD13C}" type="pres">
      <dgm:prSet presAssocID="{5BAB520C-6455-4A87-9091-7B676406B6BF}" presName="background" presStyleLbl="node0" presStyleIdx="3" presStyleCnt="4"/>
      <dgm:spPr/>
    </dgm:pt>
    <dgm:pt modelId="{693BBE9F-0A38-4792-B42D-4A0E307E7C9B}" type="pres">
      <dgm:prSet presAssocID="{5BAB520C-6455-4A87-9091-7B676406B6BF}" presName="text" presStyleLbl="fgAcc0" presStyleIdx="3" presStyleCnt="4">
        <dgm:presLayoutVars>
          <dgm:chPref val="3"/>
        </dgm:presLayoutVars>
      </dgm:prSet>
      <dgm:spPr/>
    </dgm:pt>
    <dgm:pt modelId="{EE79A387-D876-4ECA-A4C6-9E0A90694780}" type="pres">
      <dgm:prSet presAssocID="{5BAB520C-6455-4A87-9091-7B676406B6BF}" presName="hierChild2" presStyleCnt="0"/>
      <dgm:spPr/>
    </dgm:pt>
  </dgm:ptLst>
  <dgm:cxnLst>
    <dgm:cxn modelId="{6B6A363B-2A1C-45BB-B4A9-DAE66C1AA92A}" type="presOf" srcId="{D0A1533C-8287-4C64-B2D9-EE020D1D838C}" destId="{872855DF-D5F4-4A03-AEB2-FB82FE2C3B17}" srcOrd="0" destOrd="0" presId="urn:microsoft.com/office/officeart/2005/8/layout/hierarchy1"/>
    <dgm:cxn modelId="{F1CA1D4C-0327-4E88-9708-1E8EC59CC6F4}" srcId="{2FE33235-4B03-44EE-9245-FDC52AFFA2C5}" destId="{D0A1533C-8287-4C64-B2D9-EE020D1D838C}" srcOrd="2" destOrd="0" parTransId="{072371EC-F07C-412F-8A94-DD255FCAD355}" sibTransId="{DBC3ACF8-4963-4AC1-AA1D-91AC52B3E8EA}"/>
    <dgm:cxn modelId="{AF6A6895-D602-4652-BDF1-B3778BB619CC}" type="presOf" srcId="{6870259B-E3BB-467D-A532-F093998E720B}" destId="{3CA6C4CF-88BF-4DC3-AD16-C7A070B79CEC}" srcOrd="0" destOrd="0" presId="urn:microsoft.com/office/officeart/2005/8/layout/hierarchy1"/>
    <dgm:cxn modelId="{641B2996-7B52-4C91-AD49-B3D93A9934CB}" srcId="{2FE33235-4B03-44EE-9245-FDC52AFFA2C5}" destId="{5BAB520C-6455-4A87-9091-7B676406B6BF}" srcOrd="3" destOrd="0" parTransId="{BBC6B72F-06AB-4F8B-98A8-3223DF47BA4F}" sibTransId="{F0399ECE-2426-4470-9598-9C3650B3BDF3}"/>
    <dgm:cxn modelId="{373B019A-ACA6-4E1E-8ADD-A3EBE43352D5}" srcId="{2FE33235-4B03-44EE-9245-FDC52AFFA2C5}" destId="{CC5E663B-CF05-4B55-A853-C235BC907D53}" srcOrd="1" destOrd="0" parTransId="{B078993B-D36C-4FAE-97A1-7BF58EF33E9C}" sibTransId="{AE85E5D8-3AEC-4E25-B881-40E2487CB06D}"/>
    <dgm:cxn modelId="{6337E39A-7150-450E-B527-EF1C19050ABF}" type="presOf" srcId="{5BAB520C-6455-4A87-9091-7B676406B6BF}" destId="{693BBE9F-0A38-4792-B42D-4A0E307E7C9B}" srcOrd="0" destOrd="0" presId="urn:microsoft.com/office/officeart/2005/8/layout/hierarchy1"/>
    <dgm:cxn modelId="{AE08CFAC-2DA7-4633-908F-52A5045636AB}" type="presOf" srcId="{CC5E663B-CF05-4B55-A853-C235BC907D53}" destId="{997087CB-8D30-4C49-B914-C350C1229543}" srcOrd="0" destOrd="0" presId="urn:microsoft.com/office/officeart/2005/8/layout/hierarchy1"/>
    <dgm:cxn modelId="{6DC05AAE-BE99-485F-9DA9-E22B36167E2C}" type="presOf" srcId="{2FE33235-4B03-44EE-9245-FDC52AFFA2C5}" destId="{2C323A8E-CE7F-4140-805F-FC22943FBA49}" srcOrd="0" destOrd="0" presId="urn:microsoft.com/office/officeart/2005/8/layout/hierarchy1"/>
    <dgm:cxn modelId="{2973F4E7-0DBE-41A4-A5EA-D4B4B8B83830}" srcId="{2FE33235-4B03-44EE-9245-FDC52AFFA2C5}" destId="{6870259B-E3BB-467D-A532-F093998E720B}" srcOrd="0" destOrd="0" parTransId="{CD443694-3290-4ABA-AE50-512ED0E9985F}" sibTransId="{9430D76C-969D-4D2B-BE52-27E35645713D}"/>
    <dgm:cxn modelId="{2AEEDBED-D288-4541-BE03-5BA62917A5B0}" type="presParOf" srcId="{2C323A8E-CE7F-4140-805F-FC22943FBA49}" destId="{3BC6D486-7F04-4851-98EC-058197FFB1D7}" srcOrd="0" destOrd="0" presId="urn:microsoft.com/office/officeart/2005/8/layout/hierarchy1"/>
    <dgm:cxn modelId="{70FF0BBE-7405-40A8-87CE-A705CC599FDD}" type="presParOf" srcId="{3BC6D486-7F04-4851-98EC-058197FFB1D7}" destId="{97B2C633-D0B8-4466-B6F3-461C95D5D23E}" srcOrd="0" destOrd="0" presId="urn:microsoft.com/office/officeart/2005/8/layout/hierarchy1"/>
    <dgm:cxn modelId="{0680B936-EE15-4FD6-9D90-17C794B1D237}" type="presParOf" srcId="{97B2C633-D0B8-4466-B6F3-461C95D5D23E}" destId="{45222ABC-3279-4A5D-A1F8-38368F93E2AE}" srcOrd="0" destOrd="0" presId="urn:microsoft.com/office/officeart/2005/8/layout/hierarchy1"/>
    <dgm:cxn modelId="{97A0C3E4-488D-4FD6-9B39-3B30F95161A7}" type="presParOf" srcId="{97B2C633-D0B8-4466-B6F3-461C95D5D23E}" destId="{3CA6C4CF-88BF-4DC3-AD16-C7A070B79CEC}" srcOrd="1" destOrd="0" presId="urn:microsoft.com/office/officeart/2005/8/layout/hierarchy1"/>
    <dgm:cxn modelId="{03AF6C47-FEEB-4310-94B0-415486762562}" type="presParOf" srcId="{3BC6D486-7F04-4851-98EC-058197FFB1D7}" destId="{71B56CA4-0128-4925-B55D-4A697AF54E00}" srcOrd="1" destOrd="0" presId="urn:microsoft.com/office/officeart/2005/8/layout/hierarchy1"/>
    <dgm:cxn modelId="{A015DFF7-DDC5-4099-B09D-1AACCA8A2A10}" type="presParOf" srcId="{2C323A8E-CE7F-4140-805F-FC22943FBA49}" destId="{BBB03BFE-DBCE-4718-872E-BD9881235311}" srcOrd="1" destOrd="0" presId="urn:microsoft.com/office/officeart/2005/8/layout/hierarchy1"/>
    <dgm:cxn modelId="{7E020274-5B62-4CF0-B719-C9E7A6771013}" type="presParOf" srcId="{BBB03BFE-DBCE-4718-872E-BD9881235311}" destId="{A58A95AE-68C9-416F-9B27-10845299C413}" srcOrd="0" destOrd="0" presId="urn:microsoft.com/office/officeart/2005/8/layout/hierarchy1"/>
    <dgm:cxn modelId="{A5052A2A-E30E-451A-8489-D8846D985CFF}" type="presParOf" srcId="{A58A95AE-68C9-416F-9B27-10845299C413}" destId="{CC304102-3C55-4AC9-9414-EF682958DE0F}" srcOrd="0" destOrd="0" presId="urn:microsoft.com/office/officeart/2005/8/layout/hierarchy1"/>
    <dgm:cxn modelId="{354C6B5A-20C5-46DD-A203-C97BEE6F020C}" type="presParOf" srcId="{A58A95AE-68C9-416F-9B27-10845299C413}" destId="{997087CB-8D30-4C49-B914-C350C1229543}" srcOrd="1" destOrd="0" presId="urn:microsoft.com/office/officeart/2005/8/layout/hierarchy1"/>
    <dgm:cxn modelId="{42D244F5-A737-4833-BFED-FB80D795EEA2}" type="presParOf" srcId="{BBB03BFE-DBCE-4718-872E-BD9881235311}" destId="{128106B0-4455-4380-A1C2-FADD42C8B140}" srcOrd="1" destOrd="0" presId="urn:microsoft.com/office/officeart/2005/8/layout/hierarchy1"/>
    <dgm:cxn modelId="{36D36C4F-29C4-443B-B2C3-2128FFC9D851}" type="presParOf" srcId="{2C323A8E-CE7F-4140-805F-FC22943FBA49}" destId="{7D8977D0-C79B-42AD-ACC7-9D4BF81FCC80}" srcOrd="2" destOrd="0" presId="urn:microsoft.com/office/officeart/2005/8/layout/hierarchy1"/>
    <dgm:cxn modelId="{9B38739F-0AF1-4EDB-B2B0-112E60F35284}" type="presParOf" srcId="{7D8977D0-C79B-42AD-ACC7-9D4BF81FCC80}" destId="{DE689E80-F2ED-40E5-8BA6-8BFA21DF6896}" srcOrd="0" destOrd="0" presId="urn:microsoft.com/office/officeart/2005/8/layout/hierarchy1"/>
    <dgm:cxn modelId="{10D66B74-1886-4B46-832B-5B669F2CD571}" type="presParOf" srcId="{DE689E80-F2ED-40E5-8BA6-8BFA21DF6896}" destId="{F8878462-D941-4083-A7FB-2EC9005111D6}" srcOrd="0" destOrd="0" presId="urn:microsoft.com/office/officeart/2005/8/layout/hierarchy1"/>
    <dgm:cxn modelId="{8A3E5873-C9AD-4154-9166-7A057DBFC6FA}" type="presParOf" srcId="{DE689E80-F2ED-40E5-8BA6-8BFA21DF6896}" destId="{872855DF-D5F4-4A03-AEB2-FB82FE2C3B17}" srcOrd="1" destOrd="0" presId="urn:microsoft.com/office/officeart/2005/8/layout/hierarchy1"/>
    <dgm:cxn modelId="{C7142B9C-6B64-442C-A7F2-B9A872BBC147}" type="presParOf" srcId="{7D8977D0-C79B-42AD-ACC7-9D4BF81FCC80}" destId="{BF8283F1-24B2-440C-9CD2-D367590C81FD}" srcOrd="1" destOrd="0" presId="urn:microsoft.com/office/officeart/2005/8/layout/hierarchy1"/>
    <dgm:cxn modelId="{4675C2EC-8681-4560-8249-C36E5AB8C66F}" type="presParOf" srcId="{2C323A8E-CE7F-4140-805F-FC22943FBA49}" destId="{9A6A0FFD-F65E-4817-B23C-D7642B863056}" srcOrd="3" destOrd="0" presId="urn:microsoft.com/office/officeart/2005/8/layout/hierarchy1"/>
    <dgm:cxn modelId="{984A581E-CDB5-4027-8F8D-C947475E9070}" type="presParOf" srcId="{9A6A0FFD-F65E-4817-B23C-D7642B863056}" destId="{96FF3C97-FC60-43E6-AC18-FAC6F1F85800}" srcOrd="0" destOrd="0" presId="urn:microsoft.com/office/officeart/2005/8/layout/hierarchy1"/>
    <dgm:cxn modelId="{4DA88C1A-6744-4475-A1FC-B6C19D2E4944}" type="presParOf" srcId="{96FF3C97-FC60-43E6-AC18-FAC6F1F85800}" destId="{82C2DFDE-716A-45CD-A2A6-2655788DD13C}" srcOrd="0" destOrd="0" presId="urn:microsoft.com/office/officeart/2005/8/layout/hierarchy1"/>
    <dgm:cxn modelId="{9DF010A4-2452-4173-AC36-6BDAA969AE90}" type="presParOf" srcId="{96FF3C97-FC60-43E6-AC18-FAC6F1F85800}" destId="{693BBE9F-0A38-4792-B42D-4A0E307E7C9B}" srcOrd="1" destOrd="0" presId="urn:microsoft.com/office/officeart/2005/8/layout/hierarchy1"/>
    <dgm:cxn modelId="{B23825D9-0DD8-4941-8F61-77E592BA70F9}" type="presParOf" srcId="{9A6A0FFD-F65E-4817-B23C-D7642B863056}" destId="{EE79A387-D876-4ECA-A4C6-9E0A9069478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1949AC9-7F20-4438-96D5-934E817BE2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02877B-7B8C-44B1-B6F1-B18E64C7B183}">
      <dgm:prSet/>
      <dgm:spPr/>
      <dgm:t>
        <a:bodyPr/>
        <a:lstStyle/>
        <a:p>
          <a:r>
            <a:rPr lang="uk-UA"/>
            <a:t>Виклики:</a:t>
          </a:r>
          <a:endParaRPr lang="en-US"/>
        </a:p>
      </dgm:t>
    </dgm:pt>
    <dgm:pt modelId="{C6D281FA-4405-4DAA-B541-2730A6C7F4FB}" type="parTrans" cxnId="{E95CA7B1-D2AC-48AB-A796-A85EE5240EF1}">
      <dgm:prSet/>
      <dgm:spPr/>
      <dgm:t>
        <a:bodyPr/>
        <a:lstStyle/>
        <a:p>
          <a:endParaRPr lang="en-US"/>
        </a:p>
      </dgm:t>
    </dgm:pt>
    <dgm:pt modelId="{9E63E458-91B1-4C60-B3B5-024D7C09AA98}" type="sibTrans" cxnId="{E95CA7B1-D2AC-48AB-A796-A85EE5240EF1}">
      <dgm:prSet/>
      <dgm:spPr/>
      <dgm:t>
        <a:bodyPr/>
        <a:lstStyle/>
        <a:p>
          <a:endParaRPr lang="en-US"/>
        </a:p>
      </dgm:t>
    </dgm:pt>
    <dgm:pt modelId="{2283E294-034A-4037-94DF-1D3520AF67CF}">
      <dgm:prSet/>
      <dgm:spPr/>
      <dgm:t>
        <a:bodyPr/>
        <a:lstStyle/>
        <a:p>
          <a:r>
            <a:rPr lang="uk-UA"/>
            <a:t>Необхідність значних ресурсів для впровадження та підтримки системи управління ризиками</a:t>
          </a:r>
          <a:endParaRPr lang="en-US"/>
        </a:p>
      </dgm:t>
    </dgm:pt>
    <dgm:pt modelId="{2E3C63F7-054B-4067-BDBB-6B27B6861904}" type="parTrans" cxnId="{7B512A4C-7197-4524-9408-01ABDB667605}">
      <dgm:prSet/>
      <dgm:spPr/>
      <dgm:t>
        <a:bodyPr/>
        <a:lstStyle/>
        <a:p>
          <a:endParaRPr lang="en-US"/>
        </a:p>
      </dgm:t>
    </dgm:pt>
    <dgm:pt modelId="{B7A4815A-683E-456D-879D-1CD35D355542}" type="sibTrans" cxnId="{7B512A4C-7197-4524-9408-01ABDB667605}">
      <dgm:prSet/>
      <dgm:spPr/>
      <dgm:t>
        <a:bodyPr/>
        <a:lstStyle/>
        <a:p>
          <a:endParaRPr lang="en-US"/>
        </a:p>
      </dgm:t>
    </dgm:pt>
    <dgm:pt modelId="{FEBAC842-769C-4243-8BCB-CE80CBEFDD52}">
      <dgm:prSet/>
      <dgm:spPr/>
      <dgm:t>
        <a:bodyPr/>
        <a:lstStyle/>
        <a:p>
          <a:r>
            <a:rPr lang="uk-UA"/>
            <a:t>Складність інтеграції COBIT з існуючими процесами та системами</a:t>
          </a:r>
          <a:endParaRPr lang="en-US"/>
        </a:p>
      </dgm:t>
    </dgm:pt>
    <dgm:pt modelId="{C6AF21DD-6A25-44D9-A59C-948237B6674C}" type="parTrans" cxnId="{501D243C-684B-40AC-BE8E-C1C871DB2B60}">
      <dgm:prSet/>
      <dgm:spPr/>
      <dgm:t>
        <a:bodyPr/>
        <a:lstStyle/>
        <a:p>
          <a:endParaRPr lang="en-US"/>
        </a:p>
      </dgm:t>
    </dgm:pt>
    <dgm:pt modelId="{E3B7F238-5844-4A68-9343-40489EC8CBDB}" type="sibTrans" cxnId="{501D243C-684B-40AC-BE8E-C1C871DB2B60}">
      <dgm:prSet/>
      <dgm:spPr/>
      <dgm:t>
        <a:bodyPr/>
        <a:lstStyle/>
        <a:p>
          <a:endParaRPr lang="en-US"/>
        </a:p>
      </dgm:t>
    </dgm:pt>
    <dgm:pt modelId="{2C5FBD66-7B38-4C28-8AD3-6FC862B79C12}">
      <dgm:prSet/>
      <dgm:spPr/>
      <dgm:t>
        <a:bodyPr/>
        <a:lstStyle/>
        <a:p>
          <a:r>
            <a:rPr lang="uk-UA"/>
            <a:t>Потреба в навчанні персоналу новим методам та підходам</a:t>
          </a:r>
          <a:endParaRPr lang="en-US"/>
        </a:p>
      </dgm:t>
    </dgm:pt>
    <dgm:pt modelId="{2112AD53-C145-484B-8552-3C4E833896E7}" type="parTrans" cxnId="{8F716F08-D47B-4FE5-85C7-84724D1869F4}">
      <dgm:prSet/>
      <dgm:spPr/>
      <dgm:t>
        <a:bodyPr/>
        <a:lstStyle/>
        <a:p>
          <a:endParaRPr lang="en-US"/>
        </a:p>
      </dgm:t>
    </dgm:pt>
    <dgm:pt modelId="{82B25DEE-90D0-487A-9D10-2509E1253793}" type="sibTrans" cxnId="{8F716F08-D47B-4FE5-85C7-84724D1869F4}">
      <dgm:prSet/>
      <dgm:spPr/>
      <dgm:t>
        <a:bodyPr/>
        <a:lstStyle/>
        <a:p>
          <a:endParaRPr lang="en-US"/>
        </a:p>
      </dgm:t>
    </dgm:pt>
    <dgm:pt modelId="{443776EB-77BA-47B8-89E7-28E97794DB30}" type="pres">
      <dgm:prSet presAssocID="{F1949AC9-7F20-4438-96D5-934E817BE252}" presName="linear" presStyleCnt="0">
        <dgm:presLayoutVars>
          <dgm:animLvl val="lvl"/>
          <dgm:resizeHandles val="exact"/>
        </dgm:presLayoutVars>
      </dgm:prSet>
      <dgm:spPr/>
    </dgm:pt>
    <dgm:pt modelId="{2C301C82-6E4C-4AE6-B228-C5F7990DACCA}" type="pres">
      <dgm:prSet presAssocID="{1202877B-7B8C-44B1-B6F1-B18E64C7B18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F202C05-C7F8-4935-B723-AD92A290C881}" type="pres">
      <dgm:prSet presAssocID="{1202877B-7B8C-44B1-B6F1-B18E64C7B18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F716F08-D47B-4FE5-85C7-84724D1869F4}" srcId="{1202877B-7B8C-44B1-B6F1-B18E64C7B183}" destId="{2C5FBD66-7B38-4C28-8AD3-6FC862B79C12}" srcOrd="2" destOrd="0" parTransId="{2112AD53-C145-484B-8552-3C4E833896E7}" sibTransId="{82B25DEE-90D0-487A-9D10-2509E1253793}"/>
    <dgm:cxn modelId="{71E06D2E-6113-4C9C-81B3-3E412C914982}" type="presOf" srcId="{1202877B-7B8C-44B1-B6F1-B18E64C7B183}" destId="{2C301C82-6E4C-4AE6-B228-C5F7990DACCA}" srcOrd="0" destOrd="0" presId="urn:microsoft.com/office/officeart/2005/8/layout/vList2"/>
    <dgm:cxn modelId="{501D243C-684B-40AC-BE8E-C1C871DB2B60}" srcId="{1202877B-7B8C-44B1-B6F1-B18E64C7B183}" destId="{FEBAC842-769C-4243-8BCB-CE80CBEFDD52}" srcOrd="1" destOrd="0" parTransId="{C6AF21DD-6A25-44D9-A59C-948237B6674C}" sibTransId="{E3B7F238-5844-4A68-9343-40489EC8CBDB}"/>
    <dgm:cxn modelId="{7B512A4C-7197-4524-9408-01ABDB667605}" srcId="{1202877B-7B8C-44B1-B6F1-B18E64C7B183}" destId="{2283E294-034A-4037-94DF-1D3520AF67CF}" srcOrd="0" destOrd="0" parTransId="{2E3C63F7-054B-4067-BDBB-6B27B6861904}" sibTransId="{B7A4815A-683E-456D-879D-1CD35D355542}"/>
    <dgm:cxn modelId="{EB00BE80-6F33-41A7-B0CC-D3807EDF00FD}" type="presOf" srcId="{FEBAC842-769C-4243-8BCB-CE80CBEFDD52}" destId="{BF202C05-C7F8-4935-B723-AD92A290C881}" srcOrd="0" destOrd="1" presId="urn:microsoft.com/office/officeart/2005/8/layout/vList2"/>
    <dgm:cxn modelId="{900695A9-8703-465C-9636-2A723ABF2FED}" type="presOf" srcId="{F1949AC9-7F20-4438-96D5-934E817BE252}" destId="{443776EB-77BA-47B8-89E7-28E97794DB30}" srcOrd="0" destOrd="0" presId="urn:microsoft.com/office/officeart/2005/8/layout/vList2"/>
    <dgm:cxn modelId="{E95CA7B1-D2AC-48AB-A796-A85EE5240EF1}" srcId="{F1949AC9-7F20-4438-96D5-934E817BE252}" destId="{1202877B-7B8C-44B1-B6F1-B18E64C7B183}" srcOrd="0" destOrd="0" parTransId="{C6D281FA-4405-4DAA-B541-2730A6C7F4FB}" sibTransId="{9E63E458-91B1-4C60-B3B5-024D7C09AA98}"/>
    <dgm:cxn modelId="{5B6E14CE-6B31-460D-8013-93677C03ECE7}" type="presOf" srcId="{2283E294-034A-4037-94DF-1D3520AF67CF}" destId="{BF202C05-C7F8-4935-B723-AD92A290C881}" srcOrd="0" destOrd="0" presId="urn:microsoft.com/office/officeart/2005/8/layout/vList2"/>
    <dgm:cxn modelId="{71E957D0-B174-44EC-8CE9-4EAECE52B5EF}" type="presOf" srcId="{2C5FBD66-7B38-4C28-8AD3-6FC862B79C12}" destId="{BF202C05-C7F8-4935-B723-AD92A290C881}" srcOrd="0" destOrd="2" presId="urn:microsoft.com/office/officeart/2005/8/layout/vList2"/>
    <dgm:cxn modelId="{7B2EEE6A-42B8-46D7-BA29-63C7564E0D83}" type="presParOf" srcId="{443776EB-77BA-47B8-89E7-28E97794DB30}" destId="{2C301C82-6E4C-4AE6-B228-C5F7990DACCA}" srcOrd="0" destOrd="0" presId="urn:microsoft.com/office/officeart/2005/8/layout/vList2"/>
    <dgm:cxn modelId="{DF50D147-B96C-4E57-90EB-6E130C9DE5D2}" type="presParOf" srcId="{443776EB-77BA-47B8-89E7-28E97794DB30}" destId="{BF202C05-C7F8-4935-B723-AD92A290C88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D0D8411-6265-4F6F-9825-FA9F34D38BA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32E46B-8CEB-4ACE-8CC8-6776BD500B65}">
      <dgm:prSet/>
      <dgm:spPr/>
      <dgm:t>
        <a:bodyPr/>
        <a:lstStyle/>
        <a:p>
          <a:r>
            <a:rPr lang="uk-UA"/>
            <a:t>фінансовий сектор</a:t>
          </a:r>
          <a:endParaRPr lang="en-US"/>
        </a:p>
      </dgm:t>
    </dgm:pt>
    <dgm:pt modelId="{A84BA4E7-9988-497C-845E-DC373255E7EC}" type="parTrans" cxnId="{31D6A9DB-BD45-4546-B141-9D52FEE84DED}">
      <dgm:prSet/>
      <dgm:spPr/>
      <dgm:t>
        <a:bodyPr/>
        <a:lstStyle/>
        <a:p>
          <a:endParaRPr lang="en-US"/>
        </a:p>
      </dgm:t>
    </dgm:pt>
    <dgm:pt modelId="{CD5F0CDF-AE4D-413D-8F9B-683F3B02FAC1}" type="sibTrans" cxnId="{31D6A9DB-BD45-4546-B141-9D52FEE84DED}">
      <dgm:prSet/>
      <dgm:spPr/>
      <dgm:t>
        <a:bodyPr/>
        <a:lstStyle/>
        <a:p>
          <a:endParaRPr lang="en-US"/>
        </a:p>
      </dgm:t>
    </dgm:pt>
    <dgm:pt modelId="{C9DCA2D0-667A-4B3C-8C3D-619C40770811}">
      <dgm:prSet/>
      <dgm:spPr/>
      <dgm:t>
        <a:bodyPr/>
        <a:lstStyle/>
        <a:p>
          <a:r>
            <a:rPr lang="uk-UA"/>
            <a:t>виробничий сектор</a:t>
          </a:r>
          <a:endParaRPr lang="en-US"/>
        </a:p>
      </dgm:t>
    </dgm:pt>
    <dgm:pt modelId="{F8211C59-225A-4BFA-94BE-29215ED01404}" type="parTrans" cxnId="{1E643526-B9FB-49BF-BC19-719E2238A045}">
      <dgm:prSet/>
      <dgm:spPr/>
      <dgm:t>
        <a:bodyPr/>
        <a:lstStyle/>
        <a:p>
          <a:endParaRPr lang="en-US"/>
        </a:p>
      </dgm:t>
    </dgm:pt>
    <dgm:pt modelId="{858C3A40-8F57-4FE2-9155-A7527745603A}" type="sibTrans" cxnId="{1E643526-B9FB-49BF-BC19-719E2238A045}">
      <dgm:prSet/>
      <dgm:spPr/>
      <dgm:t>
        <a:bodyPr/>
        <a:lstStyle/>
        <a:p>
          <a:endParaRPr lang="en-US"/>
        </a:p>
      </dgm:t>
    </dgm:pt>
    <dgm:pt modelId="{16B6ECE0-AC84-4791-BAF7-9F29E62EC7CF}">
      <dgm:prSet/>
      <dgm:spPr/>
      <dgm:t>
        <a:bodyPr/>
        <a:lstStyle/>
        <a:p>
          <a:r>
            <a:rPr lang="uk-UA"/>
            <a:t>сфері охорони здоров'я </a:t>
          </a:r>
          <a:endParaRPr lang="en-US"/>
        </a:p>
      </dgm:t>
    </dgm:pt>
    <dgm:pt modelId="{C5A91D1D-8D18-4B2F-9E4F-43A26BCA352F}" type="parTrans" cxnId="{4D7998A2-B928-4E9A-81A9-73BF6B5C1184}">
      <dgm:prSet/>
      <dgm:spPr/>
      <dgm:t>
        <a:bodyPr/>
        <a:lstStyle/>
        <a:p>
          <a:endParaRPr lang="en-US"/>
        </a:p>
      </dgm:t>
    </dgm:pt>
    <dgm:pt modelId="{66B38AFE-DE6B-4939-B2A2-6E3ECFB8FD6F}" type="sibTrans" cxnId="{4D7998A2-B928-4E9A-81A9-73BF6B5C1184}">
      <dgm:prSet/>
      <dgm:spPr/>
      <dgm:t>
        <a:bodyPr/>
        <a:lstStyle/>
        <a:p>
          <a:endParaRPr lang="en-US"/>
        </a:p>
      </dgm:t>
    </dgm:pt>
    <dgm:pt modelId="{9677EDB4-B84D-49EC-A03C-2F48C42F991A}" type="pres">
      <dgm:prSet presAssocID="{0D0D8411-6265-4F6F-9825-FA9F34D38BA1}" presName="vert0" presStyleCnt="0">
        <dgm:presLayoutVars>
          <dgm:dir/>
          <dgm:animOne val="branch"/>
          <dgm:animLvl val="lvl"/>
        </dgm:presLayoutVars>
      </dgm:prSet>
      <dgm:spPr/>
    </dgm:pt>
    <dgm:pt modelId="{05A17E32-2F07-47A5-AD69-8DC63491CFA7}" type="pres">
      <dgm:prSet presAssocID="{0632E46B-8CEB-4ACE-8CC8-6776BD500B65}" presName="thickLine" presStyleLbl="alignNode1" presStyleIdx="0" presStyleCnt="3"/>
      <dgm:spPr/>
    </dgm:pt>
    <dgm:pt modelId="{CC82C41F-654A-4B45-BDC8-16C87A2EF1A4}" type="pres">
      <dgm:prSet presAssocID="{0632E46B-8CEB-4ACE-8CC8-6776BD500B65}" presName="horz1" presStyleCnt="0"/>
      <dgm:spPr/>
    </dgm:pt>
    <dgm:pt modelId="{54CF3733-2AF8-488C-8989-FBA6FF196A41}" type="pres">
      <dgm:prSet presAssocID="{0632E46B-8CEB-4ACE-8CC8-6776BD500B65}" presName="tx1" presStyleLbl="revTx" presStyleIdx="0" presStyleCnt="3"/>
      <dgm:spPr/>
    </dgm:pt>
    <dgm:pt modelId="{CC7D7C24-A9B7-4D29-A482-41364A25C7BA}" type="pres">
      <dgm:prSet presAssocID="{0632E46B-8CEB-4ACE-8CC8-6776BD500B65}" presName="vert1" presStyleCnt="0"/>
      <dgm:spPr/>
    </dgm:pt>
    <dgm:pt modelId="{7C20121D-31AE-45A6-990A-EB3EB0CF4494}" type="pres">
      <dgm:prSet presAssocID="{C9DCA2D0-667A-4B3C-8C3D-619C40770811}" presName="thickLine" presStyleLbl="alignNode1" presStyleIdx="1" presStyleCnt="3"/>
      <dgm:spPr/>
    </dgm:pt>
    <dgm:pt modelId="{059F2EE9-F5B0-4A44-AC89-7A8CD536B4D6}" type="pres">
      <dgm:prSet presAssocID="{C9DCA2D0-667A-4B3C-8C3D-619C40770811}" presName="horz1" presStyleCnt="0"/>
      <dgm:spPr/>
    </dgm:pt>
    <dgm:pt modelId="{C8D75590-7A2F-4AA9-B7D3-51BE3DE1F36B}" type="pres">
      <dgm:prSet presAssocID="{C9DCA2D0-667A-4B3C-8C3D-619C40770811}" presName="tx1" presStyleLbl="revTx" presStyleIdx="1" presStyleCnt="3"/>
      <dgm:spPr/>
    </dgm:pt>
    <dgm:pt modelId="{A5FF60F0-BEF6-4A9E-944A-5F10091FF087}" type="pres">
      <dgm:prSet presAssocID="{C9DCA2D0-667A-4B3C-8C3D-619C40770811}" presName="vert1" presStyleCnt="0"/>
      <dgm:spPr/>
    </dgm:pt>
    <dgm:pt modelId="{3FD656D6-E835-4371-860C-B6D0C4C80263}" type="pres">
      <dgm:prSet presAssocID="{16B6ECE0-AC84-4791-BAF7-9F29E62EC7CF}" presName="thickLine" presStyleLbl="alignNode1" presStyleIdx="2" presStyleCnt="3"/>
      <dgm:spPr/>
    </dgm:pt>
    <dgm:pt modelId="{2907C88A-E2E3-4FD6-A693-108A64AB0DF4}" type="pres">
      <dgm:prSet presAssocID="{16B6ECE0-AC84-4791-BAF7-9F29E62EC7CF}" presName="horz1" presStyleCnt="0"/>
      <dgm:spPr/>
    </dgm:pt>
    <dgm:pt modelId="{6520F18B-F24A-4220-A467-E8385F29945D}" type="pres">
      <dgm:prSet presAssocID="{16B6ECE0-AC84-4791-BAF7-9F29E62EC7CF}" presName="tx1" presStyleLbl="revTx" presStyleIdx="2" presStyleCnt="3"/>
      <dgm:spPr/>
    </dgm:pt>
    <dgm:pt modelId="{5B14396D-3BCB-46C7-9208-6A3B51EA41C8}" type="pres">
      <dgm:prSet presAssocID="{16B6ECE0-AC84-4791-BAF7-9F29E62EC7CF}" presName="vert1" presStyleCnt="0"/>
      <dgm:spPr/>
    </dgm:pt>
  </dgm:ptLst>
  <dgm:cxnLst>
    <dgm:cxn modelId="{1E643526-B9FB-49BF-BC19-719E2238A045}" srcId="{0D0D8411-6265-4F6F-9825-FA9F34D38BA1}" destId="{C9DCA2D0-667A-4B3C-8C3D-619C40770811}" srcOrd="1" destOrd="0" parTransId="{F8211C59-225A-4BFA-94BE-29215ED01404}" sibTransId="{858C3A40-8F57-4FE2-9155-A7527745603A}"/>
    <dgm:cxn modelId="{0820B83C-BE91-4CAA-89B9-8CB75D30D006}" type="presOf" srcId="{16B6ECE0-AC84-4791-BAF7-9F29E62EC7CF}" destId="{6520F18B-F24A-4220-A467-E8385F29945D}" srcOrd="0" destOrd="0" presId="urn:microsoft.com/office/officeart/2008/layout/LinedList"/>
    <dgm:cxn modelId="{4B0F995E-8C15-45E7-A9E9-446C7C05B53A}" type="presOf" srcId="{C9DCA2D0-667A-4B3C-8C3D-619C40770811}" destId="{C8D75590-7A2F-4AA9-B7D3-51BE3DE1F36B}" srcOrd="0" destOrd="0" presId="urn:microsoft.com/office/officeart/2008/layout/LinedList"/>
    <dgm:cxn modelId="{15744067-8BF8-4051-8470-7FF40F1B0E52}" type="presOf" srcId="{0632E46B-8CEB-4ACE-8CC8-6776BD500B65}" destId="{54CF3733-2AF8-488C-8989-FBA6FF196A41}" srcOrd="0" destOrd="0" presId="urn:microsoft.com/office/officeart/2008/layout/LinedList"/>
    <dgm:cxn modelId="{0F44794A-8839-4464-9C06-2D5130303904}" type="presOf" srcId="{0D0D8411-6265-4F6F-9825-FA9F34D38BA1}" destId="{9677EDB4-B84D-49EC-A03C-2F48C42F991A}" srcOrd="0" destOrd="0" presId="urn:microsoft.com/office/officeart/2008/layout/LinedList"/>
    <dgm:cxn modelId="{4D7998A2-B928-4E9A-81A9-73BF6B5C1184}" srcId="{0D0D8411-6265-4F6F-9825-FA9F34D38BA1}" destId="{16B6ECE0-AC84-4791-BAF7-9F29E62EC7CF}" srcOrd="2" destOrd="0" parTransId="{C5A91D1D-8D18-4B2F-9E4F-43A26BCA352F}" sibTransId="{66B38AFE-DE6B-4939-B2A2-6E3ECFB8FD6F}"/>
    <dgm:cxn modelId="{31D6A9DB-BD45-4546-B141-9D52FEE84DED}" srcId="{0D0D8411-6265-4F6F-9825-FA9F34D38BA1}" destId="{0632E46B-8CEB-4ACE-8CC8-6776BD500B65}" srcOrd="0" destOrd="0" parTransId="{A84BA4E7-9988-497C-845E-DC373255E7EC}" sibTransId="{CD5F0CDF-AE4D-413D-8F9B-683F3B02FAC1}"/>
    <dgm:cxn modelId="{4E77B645-2D54-42E8-B908-17B1212E1EF7}" type="presParOf" srcId="{9677EDB4-B84D-49EC-A03C-2F48C42F991A}" destId="{05A17E32-2F07-47A5-AD69-8DC63491CFA7}" srcOrd="0" destOrd="0" presId="urn:microsoft.com/office/officeart/2008/layout/LinedList"/>
    <dgm:cxn modelId="{C79C1903-55C1-4AA2-A28E-BFD0FEA7CDA8}" type="presParOf" srcId="{9677EDB4-B84D-49EC-A03C-2F48C42F991A}" destId="{CC82C41F-654A-4B45-BDC8-16C87A2EF1A4}" srcOrd="1" destOrd="0" presId="urn:microsoft.com/office/officeart/2008/layout/LinedList"/>
    <dgm:cxn modelId="{8B1A87AC-C2D7-48EB-BC4B-9969ED943473}" type="presParOf" srcId="{CC82C41F-654A-4B45-BDC8-16C87A2EF1A4}" destId="{54CF3733-2AF8-488C-8989-FBA6FF196A41}" srcOrd="0" destOrd="0" presId="urn:microsoft.com/office/officeart/2008/layout/LinedList"/>
    <dgm:cxn modelId="{0E5CD026-A4E0-4680-A1BA-96952241DDDF}" type="presParOf" srcId="{CC82C41F-654A-4B45-BDC8-16C87A2EF1A4}" destId="{CC7D7C24-A9B7-4D29-A482-41364A25C7BA}" srcOrd="1" destOrd="0" presId="urn:microsoft.com/office/officeart/2008/layout/LinedList"/>
    <dgm:cxn modelId="{9ED8DB06-C71F-460F-8195-B575B7D25972}" type="presParOf" srcId="{9677EDB4-B84D-49EC-A03C-2F48C42F991A}" destId="{7C20121D-31AE-45A6-990A-EB3EB0CF4494}" srcOrd="2" destOrd="0" presId="urn:microsoft.com/office/officeart/2008/layout/LinedList"/>
    <dgm:cxn modelId="{8A0BB916-0EF7-4926-B86D-4B053248DC27}" type="presParOf" srcId="{9677EDB4-B84D-49EC-A03C-2F48C42F991A}" destId="{059F2EE9-F5B0-4A44-AC89-7A8CD536B4D6}" srcOrd="3" destOrd="0" presId="urn:microsoft.com/office/officeart/2008/layout/LinedList"/>
    <dgm:cxn modelId="{55DCCAC7-9BA5-478F-AD2E-4B6A1468D4D4}" type="presParOf" srcId="{059F2EE9-F5B0-4A44-AC89-7A8CD536B4D6}" destId="{C8D75590-7A2F-4AA9-B7D3-51BE3DE1F36B}" srcOrd="0" destOrd="0" presId="urn:microsoft.com/office/officeart/2008/layout/LinedList"/>
    <dgm:cxn modelId="{5B4A93A9-180F-489D-B0FE-AD12184C7187}" type="presParOf" srcId="{059F2EE9-F5B0-4A44-AC89-7A8CD536B4D6}" destId="{A5FF60F0-BEF6-4A9E-944A-5F10091FF087}" srcOrd="1" destOrd="0" presId="urn:microsoft.com/office/officeart/2008/layout/LinedList"/>
    <dgm:cxn modelId="{0FE3B8C1-1C65-4B83-B789-D6C90FCD79D3}" type="presParOf" srcId="{9677EDB4-B84D-49EC-A03C-2F48C42F991A}" destId="{3FD656D6-E835-4371-860C-B6D0C4C80263}" srcOrd="4" destOrd="0" presId="urn:microsoft.com/office/officeart/2008/layout/LinedList"/>
    <dgm:cxn modelId="{7628CB89-C6EF-4378-8A37-0B335584BE10}" type="presParOf" srcId="{9677EDB4-B84D-49EC-A03C-2F48C42F991A}" destId="{2907C88A-E2E3-4FD6-A693-108A64AB0DF4}" srcOrd="5" destOrd="0" presId="urn:microsoft.com/office/officeart/2008/layout/LinedList"/>
    <dgm:cxn modelId="{CDFF0B34-EC9F-4096-8536-FD9FCE93705B}" type="presParOf" srcId="{2907C88A-E2E3-4FD6-A693-108A64AB0DF4}" destId="{6520F18B-F24A-4220-A467-E8385F29945D}" srcOrd="0" destOrd="0" presId="urn:microsoft.com/office/officeart/2008/layout/LinedList"/>
    <dgm:cxn modelId="{6011CE0B-B1D0-4C86-AC82-87DA51A91F18}" type="presParOf" srcId="{2907C88A-E2E3-4FD6-A693-108A64AB0DF4}" destId="{5B14396D-3BCB-46C7-9208-6A3B51EA41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D6C4DF-B174-4A8B-B9EE-BAF7A0343DA4}">
      <dsp:nvSpPr>
        <dsp:cNvPr id="0" name=""/>
        <dsp:cNvSpPr/>
      </dsp:nvSpPr>
      <dsp:spPr>
        <a:xfrm>
          <a:off x="3410338" y="3549445"/>
          <a:ext cx="681335" cy="29297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40667" y="0"/>
              </a:lnTo>
              <a:lnTo>
                <a:pt x="340667" y="2929741"/>
              </a:lnTo>
              <a:lnTo>
                <a:pt x="681335" y="2929741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398CBC-EA8C-4F5C-BF71-A91D5ED250F9}">
      <dsp:nvSpPr>
        <dsp:cNvPr id="0" name=""/>
        <dsp:cNvSpPr/>
      </dsp:nvSpPr>
      <dsp:spPr>
        <a:xfrm>
          <a:off x="3410338" y="3549445"/>
          <a:ext cx="681335" cy="14648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40667" y="0"/>
              </a:lnTo>
              <a:lnTo>
                <a:pt x="340667" y="1464870"/>
              </a:lnTo>
              <a:lnTo>
                <a:pt x="681335" y="1464870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7D60C5-1FD3-4476-A2DB-DAEF1ECD2B9D}">
      <dsp:nvSpPr>
        <dsp:cNvPr id="0" name=""/>
        <dsp:cNvSpPr/>
      </dsp:nvSpPr>
      <dsp:spPr>
        <a:xfrm>
          <a:off x="3410338" y="3503725"/>
          <a:ext cx="6813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1335" y="45720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62F232-8144-49DB-B991-EAB61FB2FC91}">
      <dsp:nvSpPr>
        <dsp:cNvPr id="0" name=""/>
        <dsp:cNvSpPr/>
      </dsp:nvSpPr>
      <dsp:spPr>
        <a:xfrm>
          <a:off x="3410338" y="2084574"/>
          <a:ext cx="681335" cy="1464870"/>
        </a:xfrm>
        <a:custGeom>
          <a:avLst/>
          <a:gdLst/>
          <a:ahLst/>
          <a:cxnLst/>
          <a:rect l="0" t="0" r="0" b="0"/>
          <a:pathLst>
            <a:path>
              <a:moveTo>
                <a:pt x="0" y="1464870"/>
              </a:moveTo>
              <a:lnTo>
                <a:pt x="340667" y="1464870"/>
              </a:lnTo>
              <a:lnTo>
                <a:pt x="340667" y="0"/>
              </a:lnTo>
              <a:lnTo>
                <a:pt x="681335" y="0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834753-F5DD-470A-8023-99743DD0A6BB}">
      <dsp:nvSpPr>
        <dsp:cNvPr id="0" name=""/>
        <dsp:cNvSpPr/>
      </dsp:nvSpPr>
      <dsp:spPr>
        <a:xfrm>
          <a:off x="3410338" y="619703"/>
          <a:ext cx="681335" cy="2929741"/>
        </a:xfrm>
        <a:custGeom>
          <a:avLst/>
          <a:gdLst/>
          <a:ahLst/>
          <a:cxnLst/>
          <a:rect l="0" t="0" r="0" b="0"/>
          <a:pathLst>
            <a:path>
              <a:moveTo>
                <a:pt x="0" y="2929741"/>
              </a:moveTo>
              <a:lnTo>
                <a:pt x="340667" y="2929741"/>
              </a:lnTo>
              <a:lnTo>
                <a:pt x="340667" y="0"/>
              </a:lnTo>
              <a:lnTo>
                <a:pt x="681335" y="0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508FFE-C2E1-4C1A-A55B-F29CEFC78738}">
      <dsp:nvSpPr>
        <dsp:cNvPr id="0" name=""/>
        <dsp:cNvSpPr/>
      </dsp:nvSpPr>
      <dsp:spPr>
        <a:xfrm>
          <a:off x="3663" y="3029926"/>
          <a:ext cx="3406675" cy="103903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1" kern="1200" dirty="0"/>
            <a:t>Комплексний підхід</a:t>
          </a:r>
          <a:endParaRPr lang="en-US" sz="1700" kern="1200" dirty="0"/>
        </a:p>
      </dsp:txBody>
      <dsp:txXfrm>
        <a:off x="3663" y="3029926"/>
        <a:ext cx="3406675" cy="1039036"/>
      </dsp:txXfrm>
    </dsp:sp>
    <dsp:sp modelId="{9B9B0ACB-4B12-46BF-9BC1-2E10F3F5809B}">
      <dsp:nvSpPr>
        <dsp:cNvPr id="0" name=""/>
        <dsp:cNvSpPr/>
      </dsp:nvSpPr>
      <dsp:spPr>
        <a:xfrm>
          <a:off x="4091674" y="100185"/>
          <a:ext cx="3406675" cy="103903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Покриття всіх аспектів управління технологіями</a:t>
          </a:r>
          <a:endParaRPr lang="en-US" sz="1700" kern="1200" dirty="0"/>
        </a:p>
      </dsp:txBody>
      <dsp:txXfrm>
        <a:off x="4091674" y="100185"/>
        <a:ext cx="3406675" cy="1039036"/>
      </dsp:txXfrm>
    </dsp:sp>
    <dsp:sp modelId="{4E4759BC-4600-4651-9841-5F8898A39501}">
      <dsp:nvSpPr>
        <dsp:cNvPr id="0" name=""/>
        <dsp:cNvSpPr/>
      </dsp:nvSpPr>
      <dsp:spPr>
        <a:xfrm>
          <a:off x="4091674" y="1565056"/>
          <a:ext cx="3406675" cy="103903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Забезпечення взаємозв'язку між бізнес-цілями та інформаційними технологіями</a:t>
          </a:r>
          <a:endParaRPr lang="en-US" sz="1700" kern="1200" dirty="0"/>
        </a:p>
      </dsp:txBody>
      <dsp:txXfrm>
        <a:off x="4091674" y="1565056"/>
        <a:ext cx="3406675" cy="1039036"/>
      </dsp:txXfrm>
    </dsp:sp>
    <dsp:sp modelId="{D8C88ED9-B409-4597-B477-4A1DF0DC6103}">
      <dsp:nvSpPr>
        <dsp:cNvPr id="0" name=""/>
        <dsp:cNvSpPr/>
      </dsp:nvSpPr>
      <dsp:spPr>
        <a:xfrm>
          <a:off x="4091674" y="3029926"/>
          <a:ext cx="3406675" cy="103903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Визнання того, що управління технологіями - це відповідальність всіх в організації</a:t>
          </a:r>
          <a:endParaRPr lang="en-US" sz="1700" kern="1200" dirty="0"/>
        </a:p>
      </dsp:txBody>
      <dsp:txXfrm>
        <a:off x="4091674" y="3029926"/>
        <a:ext cx="3406675" cy="1039036"/>
      </dsp:txXfrm>
    </dsp:sp>
    <dsp:sp modelId="{25032210-45A3-4B1E-A7CF-ACC1491E21D4}">
      <dsp:nvSpPr>
        <dsp:cNvPr id="0" name=""/>
        <dsp:cNvSpPr/>
      </dsp:nvSpPr>
      <dsp:spPr>
        <a:xfrm>
          <a:off x="4091674" y="4494797"/>
          <a:ext cx="3406675" cy="103903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Визначення ясних ролей та </a:t>
          </a:r>
          <a:r>
            <a:rPr lang="uk-UA" sz="1700" kern="1200" dirty="0" err="1"/>
            <a:t>відповідальностей</a:t>
          </a:r>
          <a:endParaRPr lang="en-US" sz="1700" kern="1200" dirty="0"/>
        </a:p>
      </dsp:txBody>
      <dsp:txXfrm>
        <a:off x="4091674" y="4494797"/>
        <a:ext cx="3406675" cy="1039036"/>
      </dsp:txXfrm>
    </dsp:sp>
    <dsp:sp modelId="{BC0198E0-4DAA-4615-BF4E-2E08F97FF3AD}">
      <dsp:nvSpPr>
        <dsp:cNvPr id="0" name=""/>
        <dsp:cNvSpPr/>
      </dsp:nvSpPr>
      <dsp:spPr>
        <a:xfrm>
          <a:off x="4091674" y="5959668"/>
          <a:ext cx="3406675" cy="103903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Визнання того, що зміна є нормою, тому управління зміною повинно бути інтегрованою частиною управління технологіями</a:t>
          </a:r>
          <a:endParaRPr lang="en-US" sz="1700" kern="1200" dirty="0"/>
        </a:p>
      </dsp:txBody>
      <dsp:txXfrm>
        <a:off x="4091674" y="5959668"/>
        <a:ext cx="3406675" cy="10390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1E0680-DCC7-400C-B06D-318D99AFE0E4}">
      <dsp:nvSpPr>
        <dsp:cNvPr id="0" name=""/>
        <dsp:cNvSpPr/>
      </dsp:nvSpPr>
      <dsp:spPr>
        <a:xfrm>
          <a:off x="0" y="342373"/>
          <a:ext cx="1051068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CFD3C-8267-471D-B8CE-91E12BCA11D0}">
      <dsp:nvSpPr>
        <dsp:cNvPr id="0" name=""/>
        <dsp:cNvSpPr/>
      </dsp:nvSpPr>
      <dsp:spPr>
        <a:xfrm>
          <a:off x="525534" y="47173"/>
          <a:ext cx="7357478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095" tIns="0" rIns="2780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- </a:t>
          </a:r>
          <a:r>
            <a:rPr lang="uk-UA" sz="2000" b="1" kern="1200"/>
            <a:t>Фреймворк COBIT</a:t>
          </a:r>
          <a:endParaRPr lang="en-US" sz="2000" kern="1200"/>
        </a:p>
      </dsp:txBody>
      <dsp:txXfrm>
        <a:off x="554355" y="75994"/>
        <a:ext cx="7299836" cy="532758"/>
      </dsp:txXfrm>
    </dsp:sp>
    <dsp:sp modelId="{F6E59C93-5211-4EE6-A4E3-29AB6F9457D8}">
      <dsp:nvSpPr>
        <dsp:cNvPr id="0" name=""/>
        <dsp:cNvSpPr/>
      </dsp:nvSpPr>
      <dsp:spPr>
        <a:xfrm>
          <a:off x="0" y="1249573"/>
          <a:ext cx="1051068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845149"/>
              <a:satOff val="6463"/>
              <a:lumOff val="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77387-640B-4006-91A4-AA76AA2F0622}">
      <dsp:nvSpPr>
        <dsp:cNvPr id="0" name=""/>
        <dsp:cNvSpPr/>
      </dsp:nvSpPr>
      <dsp:spPr>
        <a:xfrm>
          <a:off x="525534" y="954373"/>
          <a:ext cx="7357478" cy="590400"/>
        </a:xfrm>
        <a:prstGeom prst="roundRect">
          <a:avLst/>
        </a:prstGeom>
        <a:solidFill>
          <a:schemeClr val="accent5">
            <a:hueOff val="-1845149"/>
            <a:satOff val="6463"/>
            <a:lumOff val="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095" tIns="0" rIns="2780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- </a:t>
          </a:r>
          <a:r>
            <a:rPr lang="uk-UA" sz="2000" b="1" kern="1200"/>
            <a:t>COBIT </a:t>
          </a:r>
          <a:endParaRPr lang="en-US" sz="2000" kern="1200"/>
        </a:p>
      </dsp:txBody>
      <dsp:txXfrm>
        <a:off x="554355" y="983194"/>
        <a:ext cx="7299836" cy="532758"/>
      </dsp:txXfrm>
    </dsp:sp>
    <dsp:sp modelId="{44F6D44A-289D-4F9A-A057-B6BDDBD223C0}">
      <dsp:nvSpPr>
        <dsp:cNvPr id="0" name=""/>
        <dsp:cNvSpPr/>
      </dsp:nvSpPr>
      <dsp:spPr>
        <a:xfrm>
          <a:off x="0" y="2156774"/>
          <a:ext cx="1051068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690298"/>
              <a:satOff val="12925"/>
              <a:lumOff val="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E9992D-084E-4DEB-9651-22CAF17D8D04}">
      <dsp:nvSpPr>
        <dsp:cNvPr id="0" name=""/>
        <dsp:cNvSpPr/>
      </dsp:nvSpPr>
      <dsp:spPr>
        <a:xfrm>
          <a:off x="525534" y="1861574"/>
          <a:ext cx="7357478" cy="590400"/>
        </a:xfrm>
        <a:prstGeom prst="roundRect">
          <a:avLst/>
        </a:prstGeom>
        <a:solidFill>
          <a:schemeClr val="accent5">
            <a:hueOff val="-3690298"/>
            <a:satOff val="12925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095" tIns="0" rIns="2780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- </a:t>
          </a:r>
          <a:r>
            <a:rPr lang="uk-UA" sz="2000" b="1" kern="1200"/>
            <a:t>COBIT контролі</a:t>
          </a:r>
          <a:endParaRPr lang="en-US" sz="2000" kern="1200"/>
        </a:p>
      </dsp:txBody>
      <dsp:txXfrm>
        <a:off x="554355" y="1890395"/>
        <a:ext cx="7299836" cy="532758"/>
      </dsp:txXfrm>
    </dsp:sp>
    <dsp:sp modelId="{9BFA0F8F-C11E-439F-8493-D58EC83A249A}">
      <dsp:nvSpPr>
        <dsp:cNvPr id="0" name=""/>
        <dsp:cNvSpPr/>
      </dsp:nvSpPr>
      <dsp:spPr>
        <a:xfrm>
          <a:off x="0" y="3063974"/>
          <a:ext cx="1051068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535448"/>
              <a:satOff val="19388"/>
              <a:lumOff val="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395A66-B188-47C1-BB34-C9A076623A54}">
      <dsp:nvSpPr>
        <dsp:cNvPr id="0" name=""/>
        <dsp:cNvSpPr/>
      </dsp:nvSpPr>
      <dsp:spPr>
        <a:xfrm>
          <a:off x="525534" y="2768774"/>
          <a:ext cx="7357478" cy="590400"/>
        </a:xfrm>
        <a:prstGeom prst="roundRect">
          <a:avLst/>
        </a:prstGeom>
        <a:solidFill>
          <a:schemeClr val="accent5">
            <a:hueOff val="-5535448"/>
            <a:satOff val="19388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095" tIns="0" rIns="2780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- </a:t>
          </a:r>
          <a:r>
            <a:rPr lang="uk-UA" sz="2000" b="1" kern="1200"/>
            <a:t>COBIT оцінка та аудит</a:t>
          </a:r>
          <a:endParaRPr lang="en-US" sz="2000" kern="1200"/>
        </a:p>
      </dsp:txBody>
      <dsp:txXfrm>
        <a:off x="554355" y="2797595"/>
        <a:ext cx="7299836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9CC44-8000-418F-A612-CB66BA61AABF}">
      <dsp:nvSpPr>
        <dsp:cNvPr id="0" name=""/>
        <dsp:cNvSpPr/>
      </dsp:nvSpPr>
      <dsp:spPr>
        <a:xfrm>
          <a:off x="0" y="2088474"/>
          <a:ext cx="4391024" cy="13702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/>
            <a:t>Важливо зазначити, що кожен процес розбивається на так звані практики, які раніше називалися контрольними цілями. Кожна практика підтримується низкою конкретних дій. </a:t>
          </a:r>
          <a:endParaRPr lang="en-US" sz="1600" kern="1200"/>
        </a:p>
      </dsp:txBody>
      <dsp:txXfrm>
        <a:off x="0" y="2088474"/>
        <a:ext cx="4391024" cy="1370265"/>
      </dsp:txXfrm>
    </dsp:sp>
    <dsp:sp modelId="{5867A23F-02B9-44D4-9141-A9259AA96548}">
      <dsp:nvSpPr>
        <dsp:cNvPr id="0" name=""/>
        <dsp:cNvSpPr/>
      </dsp:nvSpPr>
      <dsp:spPr>
        <a:xfrm rot="10800000">
          <a:off x="0" y="1560"/>
          <a:ext cx="4391024" cy="210746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/>
            <a:t>Кожен процес має чітко визначені входи та виходи, що забезпечує послідовність та ефективність управління.</a:t>
          </a:r>
          <a:endParaRPr lang="en-US" sz="1600" kern="1200"/>
        </a:p>
      </dsp:txBody>
      <dsp:txXfrm rot="10800000">
        <a:off x="0" y="1560"/>
        <a:ext cx="4391024" cy="13693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95705B-143D-4BF4-904A-4DF9437CCDED}">
      <dsp:nvSpPr>
        <dsp:cNvPr id="0" name=""/>
        <dsp:cNvSpPr/>
      </dsp:nvSpPr>
      <dsp:spPr>
        <a:xfrm>
          <a:off x="0" y="0"/>
          <a:ext cx="8734798" cy="150792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1" kern="1200" dirty="0"/>
            <a:t>Політики та процедури є важливим компонентом COBIT, оскільки вони забезпечують формальну документацію та комунікацію щодо необхідних та заборонених дій і поведінки в рамках організації.</a:t>
          </a:r>
          <a:endParaRPr lang="en-US" sz="2200" kern="1200" dirty="0"/>
        </a:p>
      </dsp:txBody>
      <dsp:txXfrm>
        <a:off x="44166" y="44166"/>
        <a:ext cx="7176242" cy="1419590"/>
      </dsp:txXfrm>
    </dsp:sp>
    <dsp:sp modelId="{3E54453E-9ED1-4A35-AB15-BED9F4437699}">
      <dsp:nvSpPr>
        <dsp:cNvPr id="0" name=""/>
        <dsp:cNvSpPr/>
      </dsp:nvSpPr>
      <dsp:spPr>
        <a:xfrm>
          <a:off x="1541434" y="1843015"/>
          <a:ext cx="8734798" cy="1507922"/>
        </a:xfrm>
        <a:prstGeom prst="roundRect">
          <a:avLst>
            <a:gd name="adj" fmla="val 10000"/>
          </a:avLst>
        </a:prstGeom>
        <a:solidFill>
          <a:schemeClr val="accent2">
            <a:hueOff val="10288398"/>
            <a:satOff val="-6286"/>
            <a:lumOff val="-347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1" kern="1200"/>
            <a:t>Вони служать основою для керування операційними процесами та забезпечення відповідності нормативним вимогам.</a:t>
          </a:r>
          <a:endParaRPr lang="en-US" sz="2200" kern="1200"/>
        </a:p>
      </dsp:txBody>
      <dsp:txXfrm>
        <a:off x="1585600" y="1887181"/>
        <a:ext cx="6124881" cy="1419590"/>
      </dsp:txXfrm>
    </dsp:sp>
    <dsp:sp modelId="{3B9E7683-B1A5-4B6B-AD55-8F75BF45721D}">
      <dsp:nvSpPr>
        <dsp:cNvPr id="0" name=""/>
        <dsp:cNvSpPr/>
      </dsp:nvSpPr>
      <dsp:spPr>
        <a:xfrm>
          <a:off x="7754648" y="1185394"/>
          <a:ext cx="980149" cy="98014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975182" y="1185394"/>
        <a:ext cx="539081" cy="7375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35A98-B52F-4C36-B5E9-E683DD7EB333}">
      <dsp:nvSpPr>
        <dsp:cNvPr id="0" name=""/>
        <dsp:cNvSpPr/>
      </dsp:nvSpPr>
      <dsp:spPr>
        <a:xfrm>
          <a:off x="989635" y="0"/>
          <a:ext cx="5912193" cy="5912193"/>
        </a:xfrm>
        <a:prstGeom prst="diamond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D6314-D734-454E-8A0D-02A473848220}">
      <dsp:nvSpPr>
        <dsp:cNvPr id="0" name=""/>
        <dsp:cNvSpPr/>
      </dsp:nvSpPr>
      <dsp:spPr>
        <a:xfrm>
          <a:off x="1551293" y="561658"/>
          <a:ext cx="2305755" cy="2305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/>
            <a:t>Процесний підхід у COBIT є ключовим елементом цієї методології управління ІТ. </a:t>
          </a:r>
          <a:endParaRPr lang="en-US" sz="1500" kern="1200"/>
        </a:p>
      </dsp:txBody>
      <dsp:txXfrm>
        <a:off x="1663851" y="674216"/>
        <a:ext cx="2080639" cy="2080639"/>
      </dsp:txXfrm>
    </dsp:sp>
    <dsp:sp modelId="{420AE206-B910-4AD0-AD23-A28D874145A8}">
      <dsp:nvSpPr>
        <dsp:cNvPr id="0" name=""/>
        <dsp:cNvSpPr/>
      </dsp:nvSpPr>
      <dsp:spPr>
        <a:xfrm>
          <a:off x="4034414" y="561658"/>
          <a:ext cx="2305755" cy="2305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/>
            <a:t>Він базується на розгляді діяльності організації як мережі взаємопов'язаних бізнес-процесів, а не як сукупності окремих функцій. </a:t>
          </a:r>
          <a:endParaRPr lang="en-US" sz="1500" kern="1200"/>
        </a:p>
      </dsp:txBody>
      <dsp:txXfrm>
        <a:off x="4146972" y="674216"/>
        <a:ext cx="2080639" cy="2080639"/>
      </dsp:txXfrm>
    </dsp:sp>
    <dsp:sp modelId="{F7B476FC-E2A5-4762-920E-B3A4B4B64674}">
      <dsp:nvSpPr>
        <dsp:cNvPr id="0" name=""/>
        <dsp:cNvSpPr/>
      </dsp:nvSpPr>
      <dsp:spPr>
        <a:xfrm>
          <a:off x="3063638" y="3034541"/>
          <a:ext cx="2305755" cy="2305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 dirty="0"/>
            <a:t>У контексті COBIT, процесний підхід передбачає визначення, моделювання, аналіз та постійне вдосконалення бізнес-процесів організації. </a:t>
          </a:r>
          <a:endParaRPr lang="en-US" sz="1500" kern="1200" dirty="0"/>
        </a:p>
      </dsp:txBody>
      <dsp:txXfrm>
        <a:off x="3176196" y="3147099"/>
        <a:ext cx="2080639" cy="2080639"/>
      </dsp:txXfrm>
    </dsp:sp>
    <dsp:sp modelId="{DABB8868-EB87-428F-9D21-31FA67E7EC2C}">
      <dsp:nvSpPr>
        <dsp:cNvPr id="0" name=""/>
        <dsp:cNvSpPr/>
      </dsp:nvSpPr>
      <dsp:spPr>
        <a:xfrm flipV="1">
          <a:off x="0" y="5809609"/>
          <a:ext cx="43417" cy="10258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93251-CC40-480F-83DC-CC3BBDC74B2D}">
      <dsp:nvSpPr>
        <dsp:cNvPr id="0" name=""/>
        <dsp:cNvSpPr/>
      </dsp:nvSpPr>
      <dsp:spPr>
        <a:xfrm>
          <a:off x="0" y="83635"/>
          <a:ext cx="6318302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1" kern="1200" dirty="0"/>
            <a:t>Процесна модель COBIT</a:t>
          </a:r>
          <a:br>
            <a:rPr lang="uk-UA" sz="2600" b="1" kern="1200" dirty="0"/>
          </a:br>
          <a:endParaRPr lang="en-US" sz="2600" kern="1200" dirty="0"/>
        </a:p>
      </dsp:txBody>
      <dsp:txXfrm>
        <a:off x="50489" y="134124"/>
        <a:ext cx="6217324" cy="933302"/>
      </dsp:txXfrm>
    </dsp:sp>
    <dsp:sp modelId="{C105C86D-BDB4-46AD-8E6A-BFF63ABACB25}">
      <dsp:nvSpPr>
        <dsp:cNvPr id="0" name=""/>
        <dsp:cNvSpPr/>
      </dsp:nvSpPr>
      <dsp:spPr>
        <a:xfrm>
          <a:off x="0" y="1192795"/>
          <a:ext cx="6318302" cy="1034280"/>
        </a:xfrm>
        <a:prstGeom prst="roundRect">
          <a:avLst/>
        </a:prstGeom>
        <a:solidFill>
          <a:schemeClr val="accent5">
            <a:hueOff val="-5535448"/>
            <a:satOff val="19388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1" kern="1200" dirty="0"/>
            <a:t>5 доменів</a:t>
          </a:r>
          <a:br>
            <a:rPr lang="uk-UA" sz="2600" b="1" kern="1200" dirty="0"/>
          </a:br>
          <a:endParaRPr lang="en-US" sz="2600" kern="1200" dirty="0"/>
        </a:p>
      </dsp:txBody>
      <dsp:txXfrm>
        <a:off x="50489" y="1243284"/>
        <a:ext cx="6217324" cy="933302"/>
      </dsp:txXfrm>
    </dsp:sp>
    <dsp:sp modelId="{86A626D5-180F-4B0B-9E4E-D5F5ECDC358B}">
      <dsp:nvSpPr>
        <dsp:cNvPr id="0" name=""/>
        <dsp:cNvSpPr/>
      </dsp:nvSpPr>
      <dsp:spPr>
        <a:xfrm>
          <a:off x="0" y="2227075"/>
          <a:ext cx="6318302" cy="3121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606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uk-UA" sz="2000" kern="1200" dirty="0"/>
            <a:t>Узгодження, планування та організація</a:t>
          </a:r>
          <a:br>
            <a:rPr lang="uk-UA" sz="2000" kern="1200" dirty="0"/>
          </a:b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uk-UA" sz="2000" kern="1200" dirty="0"/>
            <a:t>Побудова, придбання та впровадження</a:t>
          </a:r>
          <a:br>
            <a:rPr lang="uk-UA" sz="2000" kern="1200" dirty="0"/>
          </a:b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uk-UA" sz="2000" kern="1200" dirty="0"/>
            <a:t>Доставка, обслуговування та підтримка</a:t>
          </a:r>
          <a:br>
            <a:rPr lang="uk-UA" sz="2000" kern="1200" dirty="0"/>
          </a:b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uk-UA" sz="2000" kern="1200" dirty="0"/>
            <a:t>Моніторинг, оцінка та аналіз</a:t>
          </a:r>
          <a:br>
            <a:rPr lang="uk-UA" sz="2000" kern="1200" dirty="0"/>
          </a:b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uk-UA" sz="2000" kern="1200" dirty="0"/>
            <a:t>Управління та нагляд</a:t>
          </a:r>
          <a:br>
            <a:rPr lang="uk-UA" sz="2000" kern="1200" dirty="0"/>
          </a:br>
          <a:endParaRPr lang="en-US" sz="2000" kern="1200" dirty="0"/>
        </a:p>
      </dsp:txBody>
      <dsp:txXfrm>
        <a:off x="0" y="2227075"/>
        <a:ext cx="6318302" cy="31215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DB7C11-4739-4DB5-8B7A-52185695124E}">
      <dsp:nvSpPr>
        <dsp:cNvPr id="0" name=""/>
        <dsp:cNvSpPr/>
      </dsp:nvSpPr>
      <dsp:spPr>
        <a:xfrm>
          <a:off x="0" y="134336"/>
          <a:ext cx="4627574" cy="1498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/>
            <a:t>Одним з ключових аспектів процесного підходу в COBIT є розуміння взаємозв'язків між різними процесами. </a:t>
          </a:r>
          <a:endParaRPr lang="en-US" sz="2100" kern="1200"/>
        </a:p>
      </dsp:txBody>
      <dsp:txXfrm>
        <a:off x="73164" y="207500"/>
        <a:ext cx="4481246" cy="1352442"/>
      </dsp:txXfrm>
    </dsp:sp>
    <dsp:sp modelId="{6D4C28E7-2832-4479-8FB9-0D4DC2B10FE6}">
      <dsp:nvSpPr>
        <dsp:cNvPr id="0" name=""/>
        <dsp:cNvSpPr/>
      </dsp:nvSpPr>
      <dsp:spPr>
        <a:xfrm>
          <a:off x="0" y="1693586"/>
          <a:ext cx="4627574" cy="1498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/>
            <a:t>Ці взаємозв'язки формують складну мережу, де вихід одного процесу може бути входом для іншого.</a:t>
          </a:r>
          <a:endParaRPr lang="en-US" sz="2100" kern="1200"/>
        </a:p>
      </dsp:txBody>
      <dsp:txXfrm>
        <a:off x="73164" y="1766750"/>
        <a:ext cx="4481246" cy="1352442"/>
      </dsp:txXfrm>
    </dsp:sp>
    <dsp:sp modelId="{E9ADAE5C-8D6C-4210-BBD7-7F4F3126EA45}">
      <dsp:nvSpPr>
        <dsp:cNvPr id="0" name=""/>
        <dsp:cNvSpPr/>
      </dsp:nvSpPr>
      <dsp:spPr>
        <a:xfrm>
          <a:off x="0" y="3252836"/>
          <a:ext cx="4627574" cy="1498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/>
            <a:t>Важливо зазначити, що процесний підхід у COBIT не є статичним. </a:t>
          </a:r>
          <a:endParaRPr lang="en-US" sz="2100" kern="1200"/>
        </a:p>
      </dsp:txBody>
      <dsp:txXfrm>
        <a:off x="73164" y="3326000"/>
        <a:ext cx="4481246" cy="1352442"/>
      </dsp:txXfrm>
    </dsp:sp>
    <dsp:sp modelId="{11777B70-810A-4F97-A4EA-C2F6DF3BA38D}">
      <dsp:nvSpPr>
        <dsp:cNvPr id="0" name=""/>
        <dsp:cNvSpPr/>
      </dsp:nvSpPr>
      <dsp:spPr>
        <a:xfrm>
          <a:off x="0" y="4812086"/>
          <a:ext cx="4627574" cy="1498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/>
            <a:t>Це досягається через регулярний моніторинг ключових показників ефективності (KPI) та впровадження циклу постійного вдосконалення.</a:t>
          </a:r>
          <a:endParaRPr lang="en-US" sz="2100" kern="1200"/>
        </a:p>
      </dsp:txBody>
      <dsp:txXfrm>
        <a:off x="73164" y="4885250"/>
        <a:ext cx="4481246" cy="13524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6BAEE-3E6D-4087-B982-FC957F597BD7}">
      <dsp:nvSpPr>
        <dsp:cNvPr id="0" name=""/>
        <dsp:cNvSpPr/>
      </dsp:nvSpPr>
      <dsp:spPr>
        <a:xfrm>
          <a:off x="0" y="19669"/>
          <a:ext cx="8857568" cy="11137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/>
            <a:t>Контроль є ключовим елементом методології COBIT, що забезпечує ефективне управління ІТ.</a:t>
          </a:r>
          <a:endParaRPr lang="en-US" sz="1600" kern="1200" dirty="0"/>
        </a:p>
      </dsp:txBody>
      <dsp:txXfrm>
        <a:off x="32621" y="52290"/>
        <a:ext cx="7655722" cy="1048529"/>
      </dsp:txXfrm>
    </dsp:sp>
    <dsp:sp modelId="{0253E608-D690-45BD-9CB9-049714D4B50C}">
      <dsp:nvSpPr>
        <dsp:cNvPr id="0" name=""/>
        <dsp:cNvSpPr/>
      </dsp:nvSpPr>
      <dsp:spPr>
        <a:xfrm>
          <a:off x="781550" y="1299400"/>
          <a:ext cx="8857568" cy="11137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/>
            <a:t>COBIT пропонує комплексний підхід до контролю, який охоплює різні аспекти ІТ-процесів та допомагає організаціям досягати своїх цілей. </a:t>
          </a:r>
          <a:endParaRPr lang="en-US" sz="1600" kern="1200"/>
        </a:p>
      </dsp:txBody>
      <dsp:txXfrm>
        <a:off x="814171" y="1332021"/>
        <a:ext cx="7286824" cy="1048529"/>
      </dsp:txXfrm>
    </dsp:sp>
    <dsp:sp modelId="{1505F2C5-B315-475B-8C72-13A944D7D7F0}">
      <dsp:nvSpPr>
        <dsp:cNvPr id="0" name=""/>
        <dsp:cNvSpPr/>
      </dsp:nvSpPr>
      <dsp:spPr>
        <a:xfrm>
          <a:off x="1563100" y="2598801"/>
          <a:ext cx="8857568" cy="11137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/>
            <a:t>У контексті COBIT, контроль розглядається як набір політик, процедур, практик та організаційних структур, спрямованих на забезпечення досягнення бізнес-цілей та запобігання, виявлення та виправлення небажаних подій</a:t>
          </a:r>
          <a:endParaRPr lang="en-US" sz="1600" kern="1200"/>
        </a:p>
      </dsp:txBody>
      <dsp:txXfrm>
        <a:off x="1595721" y="2631422"/>
        <a:ext cx="7286824" cy="1048529"/>
      </dsp:txXfrm>
    </dsp:sp>
    <dsp:sp modelId="{3ED4FD9C-B04B-4C88-B22B-51E031C41A93}">
      <dsp:nvSpPr>
        <dsp:cNvPr id="0" name=""/>
        <dsp:cNvSpPr/>
      </dsp:nvSpPr>
      <dsp:spPr>
        <a:xfrm>
          <a:off x="8133616" y="844610"/>
          <a:ext cx="723951" cy="7239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296505" y="844610"/>
        <a:ext cx="398173" cy="544773"/>
      </dsp:txXfrm>
    </dsp:sp>
    <dsp:sp modelId="{968E1224-34ED-43D0-8FE6-0E863B2F105E}">
      <dsp:nvSpPr>
        <dsp:cNvPr id="0" name=""/>
        <dsp:cNvSpPr/>
      </dsp:nvSpPr>
      <dsp:spPr>
        <a:xfrm>
          <a:off x="8915167" y="2136585"/>
          <a:ext cx="723951" cy="72395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078056" y="2136585"/>
        <a:ext cx="398173" cy="54477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226CF-BFF2-45F5-B86C-40BD11F6AAE0}">
      <dsp:nvSpPr>
        <dsp:cNvPr id="0" name=""/>
        <dsp:cNvSpPr/>
      </dsp:nvSpPr>
      <dsp:spPr>
        <a:xfrm>
          <a:off x="0" y="0"/>
          <a:ext cx="8778240" cy="8877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kern="1200"/>
            <a:t>Превентивні</a:t>
          </a:r>
          <a:endParaRPr lang="en-US" sz="3800" kern="1200"/>
        </a:p>
      </dsp:txBody>
      <dsp:txXfrm>
        <a:off x="26003" y="26003"/>
        <a:ext cx="7745222" cy="835787"/>
      </dsp:txXfrm>
    </dsp:sp>
    <dsp:sp modelId="{69A18B57-CCD4-4A11-AB44-3D57BCDF34CE}">
      <dsp:nvSpPr>
        <dsp:cNvPr id="0" name=""/>
        <dsp:cNvSpPr/>
      </dsp:nvSpPr>
      <dsp:spPr>
        <a:xfrm>
          <a:off x="735177" y="1049210"/>
          <a:ext cx="8778240" cy="887793"/>
        </a:xfrm>
        <a:prstGeom prst="roundRect">
          <a:avLst>
            <a:gd name="adj" fmla="val 10000"/>
          </a:avLst>
        </a:prstGeom>
        <a:solidFill>
          <a:schemeClr val="accent5">
            <a:hueOff val="-1845149"/>
            <a:satOff val="6463"/>
            <a:lumOff val="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kern="1200"/>
            <a:t>Детективні </a:t>
          </a:r>
          <a:endParaRPr lang="en-US" sz="3800" kern="1200"/>
        </a:p>
      </dsp:txBody>
      <dsp:txXfrm>
        <a:off x="761180" y="1075213"/>
        <a:ext cx="7413990" cy="835787"/>
      </dsp:txXfrm>
    </dsp:sp>
    <dsp:sp modelId="{93A1D250-1FA3-48BB-973B-191C29A1BF12}">
      <dsp:nvSpPr>
        <dsp:cNvPr id="0" name=""/>
        <dsp:cNvSpPr/>
      </dsp:nvSpPr>
      <dsp:spPr>
        <a:xfrm>
          <a:off x="1459382" y="2098421"/>
          <a:ext cx="8778240" cy="887793"/>
        </a:xfrm>
        <a:prstGeom prst="roundRect">
          <a:avLst>
            <a:gd name="adj" fmla="val 10000"/>
          </a:avLst>
        </a:prstGeom>
        <a:solidFill>
          <a:schemeClr val="accent5">
            <a:hueOff val="-3690298"/>
            <a:satOff val="12925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kern="1200"/>
            <a:t>Коригувальні </a:t>
          </a:r>
          <a:endParaRPr lang="en-US" sz="3800" kern="1200"/>
        </a:p>
      </dsp:txBody>
      <dsp:txXfrm>
        <a:off x="1485385" y="2124424"/>
        <a:ext cx="7424963" cy="835787"/>
      </dsp:txXfrm>
    </dsp:sp>
    <dsp:sp modelId="{35B4692F-2D58-4CD4-9112-0E7BD23034FF}">
      <dsp:nvSpPr>
        <dsp:cNvPr id="0" name=""/>
        <dsp:cNvSpPr/>
      </dsp:nvSpPr>
      <dsp:spPr>
        <a:xfrm>
          <a:off x="2194559" y="3147631"/>
          <a:ext cx="8778240" cy="887793"/>
        </a:xfrm>
        <a:prstGeom prst="roundRect">
          <a:avLst>
            <a:gd name="adj" fmla="val 10000"/>
          </a:avLst>
        </a:prstGeom>
        <a:solidFill>
          <a:schemeClr val="accent5">
            <a:hueOff val="-5535448"/>
            <a:satOff val="19388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kern="1200"/>
            <a:t>Директивні </a:t>
          </a:r>
          <a:endParaRPr lang="en-US" sz="3800" kern="1200"/>
        </a:p>
      </dsp:txBody>
      <dsp:txXfrm>
        <a:off x="2220562" y="3173634"/>
        <a:ext cx="7413990" cy="835787"/>
      </dsp:txXfrm>
    </dsp:sp>
    <dsp:sp modelId="{BF9CF2F8-35EB-40C3-BDE9-8D1948B2C551}">
      <dsp:nvSpPr>
        <dsp:cNvPr id="0" name=""/>
        <dsp:cNvSpPr/>
      </dsp:nvSpPr>
      <dsp:spPr>
        <a:xfrm>
          <a:off x="8201174" y="679969"/>
          <a:ext cx="577065" cy="57706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331014" y="679969"/>
        <a:ext cx="317385" cy="434241"/>
      </dsp:txXfrm>
    </dsp:sp>
    <dsp:sp modelId="{6BB406D6-5678-4C30-A4D0-CB8B1D1DCAB5}">
      <dsp:nvSpPr>
        <dsp:cNvPr id="0" name=""/>
        <dsp:cNvSpPr/>
      </dsp:nvSpPr>
      <dsp:spPr>
        <a:xfrm>
          <a:off x="8936351" y="1729179"/>
          <a:ext cx="577065" cy="57706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118238"/>
            <a:satOff val="13543"/>
            <a:lumOff val="71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9066191" y="1729179"/>
        <a:ext cx="317385" cy="434241"/>
      </dsp:txXfrm>
    </dsp:sp>
    <dsp:sp modelId="{482BF8B6-E04B-49F3-84F8-99385AB9ACF4}">
      <dsp:nvSpPr>
        <dsp:cNvPr id="0" name=""/>
        <dsp:cNvSpPr/>
      </dsp:nvSpPr>
      <dsp:spPr>
        <a:xfrm>
          <a:off x="9660556" y="2778390"/>
          <a:ext cx="577065" cy="57706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6236476"/>
            <a:satOff val="27086"/>
            <a:lumOff val="142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9790396" y="2778390"/>
        <a:ext cx="317385" cy="43424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BEF200-5431-4F2B-9334-CF9E2CF2E5ED}">
      <dsp:nvSpPr>
        <dsp:cNvPr id="0" name=""/>
        <dsp:cNvSpPr/>
      </dsp:nvSpPr>
      <dsp:spPr>
        <a:xfrm>
          <a:off x="0" y="0"/>
          <a:ext cx="5099788" cy="10464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Забезпечення відповідності ІТ-діяльності бізнес-цілям організації.</a:t>
          </a:r>
          <a:endParaRPr lang="en-US" sz="1900" kern="1200" dirty="0"/>
        </a:p>
      </dsp:txBody>
      <dsp:txXfrm>
        <a:off x="30651" y="30651"/>
        <a:ext cx="3848107" cy="985185"/>
      </dsp:txXfrm>
    </dsp:sp>
    <dsp:sp modelId="{4B63BF55-FD46-4F7A-8E28-18986D966E26}">
      <dsp:nvSpPr>
        <dsp:cNvPr id="0" name=""/>
        <dsp:cNvSpPr/>
      </dsp:nvSpPr>
      <dsp:spPr>
        <a:xfrm>
          <a:off x="380828" y="1191832"/>
          <a:ext cx="5099788" cy="10464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Захист інформаційних активів організації.</a:t>
          </a:r>
          <a:endParaRPr lang="en-US" sz="1900" kern="1200"/>
        </a:p>
      </dsp:txBody>
      <dsp:txXfrm>
        <a:off x="411479" y="1222483"/>
        <a:ext cx="3977441" cy="985185"/>
      </dsp:txXfrm>
    </dsp:sp>
    <dsp:sp modelId="{9F68F2B3-8ED3-4C5C-9960-55EB9CDD5F27}">
      <dsp:nvSpPr>
        <dsp:cNvPr id="0" name=""/>
        <dsp:cNvSpPr/>
      </dsp:nvSpPr>
      <dsp:spPr>
        <a:xfrm>
          <a:off x="761656" y="2383665"/>
          <a:ext cx="5099788" cy="10464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Оптимізація використання ІТ-ресурсів.</a:t>
          </a:r>
          <a:endParaRPr lang="en-US" sz="1900" kern="1200"/>
        </a:p>
      </dsp:txBody>
      <dsp:txXfrm>
        <a:off x="792307" y="2414316"/>
        <a:ext cx="3977441" cy="985185"/>
      </dsp:txXfrm>
    </dsp:sp>
    <dsp:sp modelId="{59C659AF-20DB-45C0-B07E-C44949FB8F02}">
      <dsp:nvSpPr>
        <dsp:cNvPr id="0" name=""/>
        <dsp:cNvSpPr/>
      </dsp:nvSpPr>
      <dsp:spPr>
        <a:xfrm>
          <a:off x="1142485" y="3575498"/>
          <a:ext cx="5099788" cy="10464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Управління ІТ-ризиками.</a:t>
          </a:r>
          <a:endParaRPr lang="en-US" sz="1900" kern="1200"/>
        </a:p>
      </dsp:txBody>
      <dsp:txXfrm>
        <a:off x="1173136" y="3606149"/>
        <a:ext cx="3977441" cy="985185"/>
      </dsp:txXfrm>
    </dsp:sp>
    <dsp:sp modelId="{B90C4328-EB6E-416D-A044-7DC5B0F531B8}">
      <dsp:nvSpPr>
        <dsp:cNvPr id="0" name=""/>
        <dsp:cNvSpPr/>
      </dsp:nvSpPr>
      <dsp:spPr>
        <a:xfrm>
          <a:off x="1523313" y="4767331"/>
          <a:ext cx="5099788" cy="10464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Забезпечення відповідності нормативним вимогам.</a:t>
          </a:r>
          <a:endParaRPr lang="en-US" sz="1900" kern="1200"/>
        </a:p>
      </dsp:txBody>
      <dsp:txXfrm>
        <a:off x="1553964" y="4797982"/>
        <a:ext cx="3977441" cy="985185"/>
      </dsp:txXfrm>
    </dsp:sp>
    <dsp:sp modelId="{C0D80C2A-37FB-41DB-8F6A-8DAA3806DE59}">
      <dsp:nvSpPr>
        <dsp:cNvPr id="0" name=""/>
        <dsp:cNvSpPr/>
      </dsp:nvSpPr>
      <dsp:spPr>
        <a:xfrm>
          <a:off x="4419571" y="764517"/>
          <a:ext cx="680216" cy="68021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572620" y="764517"/>
        <a:ext cx="374118" cy="511863"/>
      </dsp:txXfrm>
    </dsp:sp>
    <dsp:sp modelId="{19508093-3CDF-4695-84EF-97549FC63D94}">
      <dsp:nvSpPr>
        <dsp:cNvPr id="0" name=""/>
        <dsp:cNvSpPr/>
      </dsp:nvSpPr>
      <dsp:spPr>
        <a:xfrm>
          <a:off x="4800400" y="1956350"/>
          <a:ext cx="680216" cy="68021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953449" y="1956350"/>
        <a:ext cx="374118" cy="511863"/>
      </dsp:txXfrm>
    </dsp:sp>
    <dsp:sp modelId="{914E6387-2580-4F0C-9AA8-5527291963EC}">
      <dsp:nvSpPr>
        <dsp:cNvPr id="0" name=""/>
        <dsp:cNvSpPr/>
      </dsp:nvSpPr>
      <dsp:spPr>
        <a:xfrm>
          <a:off x="5181228" y="3130741"/>
          <a:ext cx="680216" cy="68021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334277" y="3130741"/>
        <a:ext cx="374118" cy="511863"/>
      </dsp:txXfrm>
    </dsp:sp>
    <dsp:sp modelId="{5E7ACDE9-F4E0-4216-BB0A-C5BEF81A05E8}">
      <dsp:nvSpPr>
        <dsp:cNvPr id="0" name=""/>
        <dsp:cNvSpPr/>
      </dsp:nvSpPr>
      <dsp:spPr>
        <a:xfrm>
          <a:off x="5562056" y="4334202"/>
          <a:ext cx="680216" cy="68021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715105" y="4334202"/>
        <a:ext cx="374118" cy="51186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6373B4-7CD1-4631-97AA-2A2CA0C5C8B5}">
      <dsp:nvSpPr>
        <dsp:cNvPr id="0" name=""/>
        <dsp:cNvSpPr/>
      </dsp:nvSpPr>
      <dsp:spPr>
        <a:xfrm>
          <a:off x="1268785" y="1183"/>
          <a:ext cx="2864659" cy="17187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1" kern="1200"/>
            <a:t>Управління ІТ-ризиками.</a:t>
          </a:r>
          <a:endParaRPr lang="en-US" sz="3300" kern="1200"/>
        </a:p>
      </dsp:txBody>
      <dsp:txXfrm>
        <a:off x="1268785" y="1183"/>
        <a:ext cx="2864659" cy="1718795"/>
      </dsp:txXfrm>
    </dsp:sp>
    <dsp:sp modelId="{AE920758-D3A5-429A-9639-D2E6519FA3BF}">
      <dsp:nvSpPr>
        <dsp:cNvPr id="0" name=""/>
        <dsp:cNvSpPr/>
      </dsp:nvSpPr>
      <dsp:spPr>
        <a:xfrm>
          <a:off x="1308117" y="2007629"/>
          <a:ext cx="2864659" cy="1718795"/>
        </a:xfrm>
        <a:prstGeom prst="rect">
          <a:avLst/>
        </a:prstGeom>
        <a:solidFill>
          <a:schemeClr val="accent2">
            <a:hueOff val="10288398"/>
            <a:satOff val="-6286"/>
            <a:lumOff val="-347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1" kern="1200"/>
            <a:t>Ідентифікація ризиків</a:t>
          </a:r>
          <a:endParaRPr lang="en-US" sz="3300" kern="1200"/>
        </a:p>
      </dsp:txBody>
      <dsp:txXfrm>
        <a:off x="1308117" y="2007629"/>
        <a:ext cx="2864659" cy="171879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222ABC-3279-4A5D-A1F8-38368F93E2AE}">
      <dsp:nvSpPr>
        <dsp:cNvPr id="0" name=""/>
        <dsp:cNvSpPr/>
      </dsp:nvSpPr>
      <dsp:spPr>
        <a:xfrm>
          <a:off x="3214" y="759250"/>
          <a:ext cx="2295286" cy="14575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6C4CF-88BF-4DC3-AD16-C7A070B79CEC}">
      <dsp:nvSpPr>
        <dsp:cNvPr id="0" name=""/>
        <dsp:cNvSpPr/>
      </dsp:nvSpPr>
      <dsp:spPr>
        <a:xfrm>
          <a:off x="258246" y="1001530"/>
          <a:ext cx="2295286" cy="1457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/>
            <a:t>Визначення ймовірності виникнення кожного ідентифікованого ризику</a:t>
          </a:r>
          <a:endParaRPr lang="en-US" sz="1700" kern="1200"/>
        </a:p>
      </dsp:txBody>
      <dsp:txXfrm>
        <a:off x="300935" y="1044219"/>
        <a:ext cx="2209908" cy="1372129"/>
      </dsp:txXfrm>
    </dsp:sp>
    <dsp:sp modelId="{CC304102-3C55-4AC9-9414-EF682958DE0F}">
      <dsp:nvSpPr>
        <dsp:cNvPr id="0" name=""/>
        <dsp:cNvSpPr/>
      </dsp:nvSpPr>
      <dsp:spPr>
        <a:xfrm>
          <a:off x="2808565" y="759250"/>
          <a:ext cx="2295286" cy="14575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087CB-8D30-4C49-B914-C350C1229543}">
      <dsp:nvSpPr>
        <dsp:cNvPr id="0" name=""/>
        <dsp:cNvSpPr/>
      </dsp:nvSpPr>
      <dsp:spPr>
        <a:xfrm>
          <a:off x="3063597" y="1001530"/>
          <a:ext cx="2295286" cy="1457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/>
            <a:t>Оцінка потенційного впливу на бізнес у разі реалізації ризику</a:t>
          </a:r>
          <a:endParaRPr lang="en-US" sz="1700" kern="1200"/>
        </a:p>
      </dsp:txBody>
      <dsp:txXfrm>
        <a:off x="3106286" y="1044219"/>
        <a:ext cx="2209908" cy="1372129"/>
      </dsp:txXfrm>
    </dsp:sp>
    <dsp:sp modelId="{F8878462-D941-4083-A7FB-2EC9005111D6}">
      <dsp:nvSpPr>
        <dsp:cNvPr id="0" name=""/>
        <dsp:cNvSpPr/>
      </dsp:nvSpPr>
      <dsp:spPr>
        <a:xfrm>
          <a:off x="5613915" y="759250"/>
          <a:ext cx="2295286" cy="14575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855DF-D5F4-4A03-AEB2-FB82FE2C3B17}">
      <dsp:nvSpPr>
        <dsp:cNvPr id="0" name=""/>
        <dsp:cNvSpPr/>
      </dsp:nvSpPr>
      <dsp:spPr>
        <a:xfrm>
          <a:off x="5868947" y="1001530"/>
          <a:ext cx="2295286" cy="1457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/>
            <a:t>Розрахунок загального рівня ризику на основі ймовірності та впливу</a:t>
          </a:r>
          <a:endParaRPr lang="en-US" sz="1700" kern="1200"/>
        </a:p>
      </dsp:txBody>
      <dsp:txXfrm>
        <a:off x="5911636" y="1044219"/>
        <a:ext cx="2209908" cy="1372129"/>
      </dsp:txXfrm>
    </dsp:sp>
    <dsp:sp modelId="{82C2DFDE-716A-45CD-A2A6-2655788DD13C}">
      <dsp:nvSpPr>
        <dsp:cNvPr id="0" name=""/>
        <dsp:cNvSpPr/>
      </dsp:nvSpPr>
      <dsp:spPr>
        <a:xfrm>
          <a:off x="8419266" y="759250"/>
          <a:ext cx="2295286" cy="14575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BBE9F-0A38-4792-B42D-4A0E307E7C9B}">
      <dsp:nvSpPr>
        <dsp:cNvPr id="0" name=""/>
        <dsp:cNvSpPr/>
      </dsp:nvSpPr>
      <dsp:spPr>
        <a:xfrm>
          <a:off x="8674298" y="1001530"/>
          <a:ext cx="2295286" cy="1457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/>
            <a:t>Пріоритизація ризиків на основі їх загального рівня</a:t>
          </a:r>
          <a:endParaRPr lang="en-US" sz="1700" kern="1200"/>
        </a:p>
      </dsp:txBody>
      <dsp:txXfrm>
        <a:off x="8716987" y="1044219"/>
        <a:ext cx="2209908" cy="137212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01C82-6E4C-4AE6-B228-C5F7990DACCA}">
      <dsp:nvSpPr>
        <dsp:cNvPr id="0" name=""/>
        <dsp:cNvSpPr/>
      </dsp:nvSpPr>
      <dsp:spPr>
        <a:xfrm>
          <a:off x="0" y="53203"/>
          <a:ext cx="60960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kern="1200"/>
            <a:t>Виклики:</a:t>
          </a:r>
          <a:endParaRPr lang="en-US" sz="2700" kern="1200"/>
        </a:p>
      </dsp:txBody>
      <dsp:txXfrm>
        <a:off x="32384" y="85587"/>
        <a:ext cx="6031232" cy="598621"/>
      </dsp:txXfrm>
    </dsp:sp>
    <dsp:sp modelId="{BF202C05-C7F8-4935-B723-AD92A290C881}">
      <dsp:nvSpPr>
        <dsp:cNvPr id="0" name=""/>
        <dsp:cNvSpPr/>
      </dsp:nvSpPr>
      <dsp:spPr>
        <a:xfrm>
          <a:off x="0" y="716593"/>
          <a:ext cx="6096000" cy="2291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100" kern="1200"/>
            <a:t>Необхідність значних ресурсів для впровадження та підтримки системи управління ризиками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100" kern="1200"/>
            <a:t>Складність інтеграції COBIT з існуючими процесами та системами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100" kern="1200"/>
            <a:t>Потреба в навчанні персоналу новим методам та підходам</a:t>
          </a:r>
          <a:endParaRPr lang="en-US" sz="2100" kern="1200"/>
        </a:p>
      </dsp:txBody>
      <dsp:txXfrm>
        <a:off x="0" y="716593"/>
        <a:ext cx="6096000" cy="229148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A17E32-2F07-47A5-AD69-8DC63491CFA7}">
      <dsp:nvSpPr>
        <dsp:cNvPr id="0" name=""/>
        <dsp:cNvSpPr/>
      </dsp:nvSpPr>
      <dsp:spPr>
        <a:xfrm>
          <a:off x="0" y="2430"/>
          <a:ext cx="54735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F3733-2AF8-488C-8989-FBA6FF196A41}">
      <dsp:nvSpPr>
        <dsp:cNvPr id="0" name=""/>
        <dsp:cNvSpPr/>
      </dsp:nvSpPr>
      <dsp:spPr>
        <a:xfrm>
          <a:off x="0" y="2430"/>
          <a:ext cx="5473546" cy="1657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600" kern="1200"/>
            <a:t>фінансовий сектор</a:t>
          </a:r>
          <a:endParaRPr lang="en-US" sz="4600" kern="1200"/>
        </a:p>
      </dsp:txBody>
      <dsp:txXfrm>
        <a:off x="0" y="2430"/>
        <a:ext cx="5473546" cy="1657731"/>
      </dsp:txXfrm>
    </dsp:sp>
    <dsp:sp modelId="{7C20121D-31AE-45A6-990A-EB3EB0CF4494}">
      <dsp:nvSpPr>
        <dsp:cNvPr id="0" name=""/>
        <dsp:cNvSpPr/>
      </dsp:nvSpPr>
      <dsp:spPr>
        <a:xfrm>
          <a:off x="0" y="1660162"/>
          <a:ext cx="5473546" cy="0"/>
        </a:xfrm>
        <a:prstGeom prst="line">
          <a:avLst/>
        </a:prstGeom>
        <a:solidFill>
          <a:schemeClr val="accent2">
            <a:hueOff val="5144199"/>
            <a:satOff val="-3143"/>
            <a:lumOff val="-17351"/>
            <a:alphaOff val="0"/>
          </a:schemeClr>
        </a:solidFill>
        <a:ln w="12700" cap="flat" cmpd="sng" algn="ctr">
          <a:solidFill>
            <a:schemeClr val="accent2">
              <a:hueOff val="5144199"/>
              <a:satOff val="-3143"/>
              <a:lumOff val="-173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75590-7A2F-4AA9-B7D3-51BE3DE1F36B}">
      <dsp:nvSpPr>
        <dsp:cNvPr id="0" name=""/>
        <dsp:cNvSpPr/>
      </dsp:nvSpPr>
      <dsp:spPr>
        <a:xfrm>
          <a:off x="0" y="1660162"/>
          <a:ext cx="5473546" cy="1657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600" kern="1200"/>
            <a:t>виробничий сектор</a:t>
          </a:r>
          <a:endParaRPr lang="en-US" sz="4600" kern="1200"/>
        </a:p>
      </dsp:txBody>
      <dsp:txXfrm>
        <a:off x="0" y="1660162"/>
        <a:ext cx="5473546" cy="1657731"/>
      </dsp:txXfrm>
    </dsp:sp>
    <dsp:sp modelId="{3FD656D6-E835-4371-860C-B6D0C4C80263}">
      <dsp:nvSpPr>
        <dsp:cNvPr id="0" name=""/>
        <dsp:cNvSpPr/>
      </dsp:nvSpPr>
      <dsp:spPr>
        <a:xfrm>
          <a:off x="0" y="3317893"/>
          <a:ext cx="5473546" cy="0"/>
        </a:xfrm>
        <a:prstGeom prst="line">
          <a:avLst/>
        </a:prstGeom>
        <a:solidFill>
          <a:schemeClr val="accent2">
            <a:hueOff val="10288398"/>
            <a:satOff val="-6286"/>
            <a:lumOff val="-34702"/>
            <a:alphaOff val="0"/>
          </a:schemeClr>
        </a:solidFill>
        <a:ln w="12700" cap="flat" cmpd="sng" algn="ctr">
          <a:solidFill>
            <a:schemeClr val="accent2">
              <a:hueOff val="10288398"/>
              <a:satOff val="-6286"/>
              <a:lumOff val="-347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0F18B-F24A-4220-A467-E8385F29945D}">
      <dsp:nvSpPr>
        <dsp:cNvPr id="0" name=""/>
        <dsp:cNvSpPr/>
      </dsp:nvSpPr>
      <dsp:spPr>
        <a:xfrm>
          <a:off x="0" y="3317893"/>
          <a:ext cx="5473546" cy="1657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600" kern="1200"/>
            <a:t>сфері охорони здоров'я </a:t>
          </a:r>
          <a:endParaRPr lang="en-US" sz="4600" kern="1200"/>
        </a:p>
      </dsp:txBody>
      <dsp:txXfrm>
        <a:off x="0" y="3317893"/>
        <a:ext cx="5473546" cy="16577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9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8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8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35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9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9/25/2024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4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6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8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0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5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66" r:id="rId6"/>
    <p:sldLayoutId id="2147483762" r:id="rId7"/>
    <p:sldLayoutId id="2147483763" r:id="rId8"/>
    <p:sldLayoutId id="2147483764" r:id="rId9"/>
    <p:sldLayoutId id="2147483765" r:id="rId10"/>
    <p:sldLayoutId id="21474837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AA4752E-02AD-443D-A0BD-959B45C2E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27F688A-72E1-4C6E-8DA1-E5EFF5A83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564" y="0"/>
            <a:ext cx="5778237" cy="6858000"/>
          </a:xfrm>
          <a:custGeom>
            <a:avLst/>
            <a:gdLst>
              <a:gd name="connsiteX0" fmla="*/ 962670 w 5778237"/>
              <a:gd name="connsiteY0" fmla="*/ 4174607 h 6858000"/>
              <a:gd name="connsiteX1" fmla="*/ 1474181 w 5778237"/>
              <a:gd name="connsiteY1" fmla="*/ 4686119 h 6858000"/>
              <a:gd name="connsiteX2" fmla="*/ 962670 w 5778237"/>
              <a:gd name="connsiteY2" fmla="*/ 5197630 h 6858000"/>
              <a:gd name="connsiteX3" fmla="*/ 451158 w 5778237"/>
              <a:gd name="connsiteY3" fmla="*/ 4686119 h 6858000"/>
              <a:gd name="connsiteX4" fmla="*/ 962670 w 5778237"/>
              <a:gd name="connsiteY4" fmla="*/ 4174607 h 6858000"/>
              <a:gd name="connsiteX5" fmla="*/ 737090 w 5778237"/>
              <a:gd name="connsiteY5" fmla="*/ 194466 h 6858000"/>
              <a:gd name="connsiteX6" fmla="*/ 1474181 w 5778237"/>
              <a:gd name="connsiteY6" fmla="*/ 931557 h 6858000"/>
              <a:gd name="connsiteX7" fmla="*/ 737090 w 5778237"/>
              <a:gd name="connsiteY7" fmla="*/ 1668648 h 6858000"/>
              <a:gd name="connsiteX8" fmla="*/ 0 w 5778237"/>
              <a:gd name="connsiteY8" fmla="*/ 931557 h 6858000"/>
              <a:gd name="connsiteX9" fmla="*/ 737090 w 5778237"/>
              <a:gd name="connsiteY9" fmla="*/ 194466 h 6858000"/>
              <a:gd name="connsiteX10" fmla="*/ 1374646 w 5778237"/>
              <a:gd name="connsiteY10" fmla="*/ 0 h 6858000"/>
              <a:gd name="connsiteX11" fmla="*/ 4134163 w 5778237"/>
              <a:gd name="connsiteY11" fmla="*/ 0 h 6858000"/>
              <a:gd name="connsiteX12" fmla="*/ 4165561 w 5778237"/>
              <a:gd name="connsiteY12" fmla="*/ 7287 h 6858000"/>
              <a:gd name="connsiteX13" fmla="*/ 4275624 w 5778237"/>
              <a:gd name="connsiteY13" fmla="*/ 9505 h 6858000"/>
              <a:gd name="connsiteX14" fmla="*/ 4329201 w 5778237"/>
              <a:gd name="connsiteY14" fmla="*/ 0 h 6858000"/>
              <a:gd name="connsiteX15" fmla="*/ 5778237 w 5778237"/>
              <a:gd name="connsiteY15" fmla="*/ 0 h 6858000"/>
              <a:gd name="connsiteX16" fmla="*/ 5778237 w 5778237"/>
              <a:gd name="connsiteY16" fmla="*/ 6858000 h 6858000"/>
              <a:gd name="connsiteX17" fmla="*/ 4275784 w 5778237"/>
              <a:gd name="connsiteY17" fmla="*/ 6858000 h 6858000"/>
              <a:gd name="connsiteX18" fmla="*/ 4239021 w 5778237"/>
              <a:gd name="connsiteY18" fmla="*/ 6786833 h 6858000"/>
              <a:gd name="connsiteX19" fmla="*/ 3894102 w 5778237"/>
              <a:gd name="connsiteY19" fmla="*/ 6452886 h 6858000"/>
              <a:gd name="connsiteX20" fmla="*/ 2108475 w 5778237"/>
              <a:gd name="connsiteY20" fmla="*/ 6789034 h 6858000"/>
              <a:gd name="connsiteX21" fmla="*/ 1347913 w 5778237"/>
              <a:gd name="connsiteY21" fmla="*/ 5906062 h 6858000"/>
              <a:gd name="connsiteX22" fmla="*/ 1722239 w 5778237"/>
              <a:gd name="connsiteY22" fmla="*/ 4572446 h 6858000"/>
              <a:gd name="connsiteX23" fmla="*/ 788921 w 5778237"/>
              <a:gd name="connsiteY23" fmla="*/ 3529645 h 6858000"/>
              <a:gd name="connsiteX24" fmla="*/ 858141 w 5778237"/>
              <a:gd name="connsiteY24" fmla="*/ 2401163 h 6858000"/>
              <a:gd name="connsiteX25" fmla="*/ 1610359 w 5778237"/>
              <a:gd name="connsiteY25" fmla="*/ 1532485 h 6858000"/>
              <a:gd name="connsiteX26" fmla="*/ 1374668 w 5778237"/>
              <a:gd name="connsiteY26" fmla="*/ 2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778237" h="6858000">
                <a:moveTo>
                  <a:pt x="962670" y="4174607"/>
                </a:moveTo>
                <a:cubicBezTo>
                  <a:pt x="1245170" y="4174607"/>
                  <a:pt x="1474181" y="4403618"/>
                  <a:pt x="1474181" y="4686119"/>
                </a:cubicBezTo>
                <a:cubicBezTo>
                  <a:pt x="1474181" y="4968619"/>
                  <a:pt x="1245170" y="5197630"/>
                  <a:pt x="962670" y="5197630"/>
                </a:cubicBezTo>
                <a:cubicBezTo>
                  <a:pt x="680169" y="5197630"/>
                  <a:pt x="451158" y="4968619"/>
                  <a:pt x="451158" y="4686119"/>
                </a:cubicBezTo>
                <a:cubicBezTo>
                  <a:pt x="451158" y="4403618"/>
                  <a:pt x="680169" y="4174607"/>
                  <a:pt x="962670" y="4174607"/>
                </a:cubicBezTo>
                <a:close/>
                <a:moveTo>
                  <a:pt x="737090" y="194466"/>
                </a:moveTo>
                <a:cubicBezTo>
                  <a:pt x="1144174" y="194466"/>
                  <a:pt x="1474181" y="524473"/>
                  <a:pt x="1474181" y="931557"/>
                </a:cubicBezTo>
                <a:cubicBezTo>
                  <a:pt x="1474181" y="1338641"/>
                  <a:pt x="1144174" y="1668648"/>
                  <a:pt x="737090" y="1668648"/>
                </a:cubicBezTo>
                <a:cubicBezTo>
                  <a:pt x="330006" y="1668648"/>
                  <a:pt x="0" y="1338641"/>
                  <a:pt x="0" y="931557"/>
                </a:cubicBezTo>
                <a:cubicBezTo>
                  <a:pt x="0" y="524473"/>
                  <a:pt x="330006" y="194466"/>
                  <a:pt x="737090" y="194466"/>
                </a:cubicBezTo>
                <a:close/>
                <a:moveTo>
                  <a:pt x="1374646" y="0"/>
                </a:moveTo>
                <a:lnTo>
                  <a:pt x="4134163" y="0"/>
                </a:lnTo>
                <a:lnTo>
                  <a:pt x="4165561" y="7287"/>
                </a:lnTo>
                <a:cubicBezTo>
                  <a:pt x="4200796" y="11754"/>
                  <a:pt x="4237397" y="12651"/>
                  <a:pt x="4275624" y="9505"/>
                </a:cubicBezTo>
                <a:lnTo>
                  <a:pt x="4329201" y="0"/>
                </a:lnTo>
                <a:lnTo>
                  <a:pt x="5778237" y="0"/>
                </a:lnTo>
                <a:lnTo>
                  <a:pt x="5778237" y="6858000"/>
                </a:lnTo>
                <a:lnTo>
                  <a:pt x="4275784" y="6858000"/>
                </a:lnTo>
                <a:lnTo>
                  <a:pt x="4239021" y="6786833"/>
                </a:lnTo>
                <a:cubicBezTo>
                  <a:pt x="4155316" y="6643599"/>
                  <a:pt x="4041124" y="6520016"/>
                  <a:pt x="3894102" y="6452886"/>
                </a:cubicBezTo>
                <a:cubicBezTo>
                  <a:pt x="3331357" y="6196305"/>
                  <a:pt x="2812263" y="7007790"/>
                  <a:pt x="2108475" y="6789034"/>
                </a:cubicBezTo>
                <a:cubicBezTo>
                  <a:pt x="1726546" y="6669929"/>
                  <a:pt x="1404262" y="6283964"/>
                  <a:pt x="1347913" y="5906062"/>
                </a:cubicBezTo>
                <a:cubicBezTo>
                  <a:pt x="1261896" y="5326512"/>
                  <a:pt x="1845049" y="5069735"/>
                  <a:pt x="1722239" y="4572446"/>
                </a:cubicBezTo>
                <a:cubicBezTo>
                  <a:pt x="1620329" y="4159787"/>
                  <a:pt x="1066410" y="4066000"/>
                  <a:pt x="788921" y="3529645"/>
                </a:cubicBezTo>
                <a:cubicBezTo>
                  <a:pt x="581405" y="3128696"/>
                  <a:pt x="702777" y="2783251"/>
                  <a:pt x="858141" y="2401163"/>
                </a:cubicBezTo>
                <a:cubicBezTo>
                  <a:pt x="1068288" y="1884953"/>
                  <a:pt x="1415323" y="1966409"/>
                  <a:pt x="1610359" y="1532485"/>
                </a:cubicBezTo>
                <a:cubicBezTo>
                  <a:pt x="1860601" y="975968"/>
                  <a:pt x="1455053" y="478169"/>
                  <a:pt x="1374668" y="2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61502-914C-1474-8B26-9019DE4F0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63960"/>
            <a:ext cx="6117203" cy="331016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800" b="0" i="0">
                <a:effectLst/>
              </a:rPr>
              <a:t>​</a:t>
            </a:r>
            <a:br>
              <a:rPr lang="en-US" sz="1800" b="0" i="0">
                <a:effectLst/>
              </a:rPr>
            </a:br>
            <a:r>
              <a:rPr lang="en-US" sz="1800" b="0" i="0" cap="all">
                <a:effectLst/>
              </a:rPr>
              <a:t>Презентація </a:t>
            </a:r>
            <a:br>
              <a:rPr lang="en-US" sz="1800"/>
            </a:br>
            <a:r>
              <a:rPr lang="en-US" sz="1800" cap="all"/>
              <a:t>З ДИСЦИПЛІНИ</a:t>
            </a:r>
            <a:r>
              <a:rPr lang="en-US" sz="1800"/>
              <a:t>​</a:t>
            </a:r>
            <a:br>
              <a:rPr lang="en-US" sz="1800"/>
            </a:br>
            <a:r>
              <a:rPr lang="en-US" sz="1800" cap="all"/>
              <a:t>«УПРАВЛІННЯ IT-ПОСЛУГАМИ»</a:t>
            </a:r>
            <a:r>
              <a:rPr lang="en-US" sz="1800"/>
              <a:t>​</a:t>
            </a:r>
            <a:br>
              <a:rPr lang="en-US" sz="1800"/>
            </a:br>
            <a:r>
              <a:rPr lang="en-US" sz="1800" cap="all"/>
              <a:t>НА ТЕМУ:</a:t>
            </a:r>
            <a:r>
              <a:rPr lang="en-US" sz="1800"/>
              <a:t>​</a:t>
            </a:r>
            <a:br>
              <a:rPr lang="en-US" sz="1800"/>
            </a:br>
            <a:r>
              <a:rPr lang="en-US" sz="1800"/>
              <a:t>Процесний підхід COBIT. Поняття контролю​</a:t>
            </a:r>
            <a:br>
              <a:rPr lang="en-US" sz="1800"/>
            </a:br>
            <a:r>
              <a:rPr lang="en-US" sz="1800"/>
              <a:t>​</a:t>
            </a:r>
            <a:br>
              <a:rPr lang="en-US" sz="1800" b="0" i="0">
                <a:effectLst/>
              </a:rPr>
            </a:br>
            <a:r>
              <a:rPr lang="en-US" sz="1800" b="0" i="0">
                <a:effectLst/>
              </a:rPr>
              <a:t>​</a:t>
            </a:r>
            <a:br>
              <a:rPr lang="en-US" sz="1800" b="0" i="0">
                <a:effectLst/>
              </a:rPr>
            </a:br>
            <a:r>
              <a:rPr lang="en-US" sz="1800" b="0" i="0">
                <a:effectLst/>
              </a:rPr>
              <a:t>​</a:t>
            </a:r>
            <a:br>
              <a:rPr lang="en-US" sz="1800" b="0" i="0">
                <a:effectLst/>
              </a:rPr>
            </a:br>
            <a:br>
              <a:rPr lang="en-US" sz="1800" b="1"/>
            </a:br>
            <a:br>
              <a:rPr lang="en-US" sz="1800" b="1"/>
            </a:br>
            <a:endParaRPr 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A8290-D2FA-4142-1E58-D0DFE15E61F2}"/>
              </a:ext>
            </a:extLst>
          </p:cNvPr>
          <p:cNvSpPr txBox="1"/>
          <p:nvPr/>
        </p:nvSpPr>
        <p:spPr>
          <a:xfrm>
            <a:off x="609600" y="4265235"/>
            <a:ext cx="6117208" cy="1447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000">
                <a:effectLst/>
              </a:rPr>
              <a:t>Дніпро </a:t>
            </a:r>
          </a:p>
          <a:p>
            <a:pPr fontAlgn="base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000">
                <a:effectLst/>
              </a:rPr>
              <a:t>2024 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E8EFC-C3AA-8027-BCDD-50B9D58140A6}"/>
              </a:ext>
            </a:extLst>
          </p:cNvPr>
          <p:cNvSpPr txBox="1"/>
          <p:nvPr/>
        </p:nvSpPr>
        <p:spPr>
          <a:xfrm>
            <a:off x="1983057" y="2977938"/>
            <a:ext cx="78983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2425" algn="r" fontAlgn="base">
              <a:lnSpc>
                <a:spcPct val="150000"/>
              </a:lnSpc>
              <a:spcAft>
                <a:spcPts val="600"/>
              </a:spcAft>
            </a:pPr>
            <a:r>
              <a:rPr lang="uk-UA" b="1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Викона</a:t>
            </a:r>
            <a:r>
              <a:rPr lang="ru-RU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ла</a:t>
            </a:r>
            <a:r>
              <a:rPr lang="uk-UA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 </a:t>
            </a:r>
            <a:r>
              <a:rPr lang="ru-UA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352425" algn="r" fontAlgn="base">
              <a:lnSpc>
                <a:spcPct val="150000"/>
              </a:lnSpc>
              <a:spcAft>
                <a:spcPts val="600"/>
              </a:spcAft>
            </a:pPr>
            <a:r>
              <a:rPr lang="ru-RU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студентка 1 курсу гр. ПМ-24м-1</a:t>
            </a:r>
            <a:r>
              <a:rPr lang="ru-UA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352425" algn="r" fontAlgn="base">
              <a:lnSpc>
                <a:spcPct val="150000"/>
              </a:lnSpc>
              <a:spcAft>
                <a:spcPts val="600"/>
              </a:spcAft>
            </a:pPr>
            <a:r>
              <a:rPr lang="ru-RU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Мовсісян  Л. Р.</a:t>
            </a:r>
            <a:r>
              <a:rPr lang="ru-UA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352425" algn="r" fontAlgn="base">
              <a:lnSpc>
                <a:spcPct val="150000"/>
              </a:lnSpc>
              <a:spcAft>
                <a:spcPts val="600"/>
              </a:spcAft>
            </a:pPr>
            <a:r>
              <a:rPr lang="uk-UA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Перевірив</a:t>
            </a:r>
            <a:r>
              <a:rPr lang="uk-UA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 </a:t>
            </a:r>
            <a:r>
              <a:rPr lang="ru-UA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r" fontAlgn="base">
              <a:spcAft>
                <a:spcPts val="600"/>
              </a:spcAft>
            </a:pPr>
            <a:r>
              <a:rPr lang="uk-UA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канд.</a:t>
            </a:r>
            <a:r>
              <a:rPr lang="uk-UA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фіз</a:t>
            </a:r>
            <a:r>
              <a:rPr lang="uk-UA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.-</a:t>
            </a:r>
            <a:r>
              <a:rPr lang="uk-UA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мат.наук</a:t>
            </a:r>
            <a:r>
              <a:rPr lang="uk-UA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доцент. Трофімов О.В.</a:t>
            </a:r>
            <a:endParaRPr lang="ru-UA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 fontAlgn="base">
              <a:spcAft>
                <a:spcPts val="600"/>
              </a:spcAft>
            </a:pPr>
            <a:r>
              <a:rPr lang="ru-UA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UA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8" algn="just">
              <a:spcAft>
                <a:spcPts val="600"/>
              </a:spcAft>
            </a:pPr>
            <a:endParaRPr lang="uk-UA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2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Rectangle 1030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Freeform: Shape 1032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36">
            <a:extLst>
              <a:ext uri="{FF2B5EF4-FFF2-40B4-BE49-F238E27FC236}">
                <a16:creationId xmlns:a16="http://schemas.microsoft.com/office/drawing/2014/main" id="{60E20617-5A38-4FAF-8FE0-B4C6A95F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1E23747-C918-4EC5-811F-876AFAD74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65446-5CC9-82D3-2121-00AF34EADD81}"/>
              </a:ext>
            </a:extLst>
          </p:cNvPr>
          <p:cNvSpPr txBox="1"/>
          <p:nvPr/>
        </p:nvSpPr>
        <p:spPr>
          <a:xfrm>
            <a:off x="515177" y="745082"/>
            <a:ext cx="4769671" cy="23255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600"/>
              </a:spcAft>
              <a:buClr>
                <a:schemeClr val="accent5"/>
              </a:buClr>
            </a:pPr>
            <a:endParaRPr lang="en-US" sz="2800" b="1" dirty="0">
              <a:effectLst/>
            </a:endParaRPr>
          </a:p>
          <a:p>
            <a:pPr>
              <a:spcAft>
                <a:spcPts val="600"/>
              </a:spcAft>
              <a:buClr>
                <a:schemeClr val="accent5"/>
              </a:buClr>
            </a:pPr>
            <a:endParaRPr lang="en-US" sz="2800" b="1" dirty="0">
              <a:effectLst/>
            </a:endParaRPr>
          </a:p>
          <a:p>
            <a:pPr>
              <a:spcAft>
                <a:spcPts val="600"/>
              </a:spcAft>
              <a:buClr>
                <a:schemeClr val="accent5"/>
              </a:buClr>
            </a:pPr>
            <a:r>
              <a:rPr lang="en-US" sz="2800" dirty="0">
                <a:effectLst/>
              </a:rPr>
              <a:t>COBIT, </a:t>
            </a:r>
            <a:r>
              <a:rPr lang="en-US" sz="2800" dirty="0" err="1">
                <a:effectLst/>
              </a:rPr>
              <a:t>розроблений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Асоціацією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аудиту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та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контролю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інформаційних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систем</a:t>
            </a:r>
            <a:r>
              <a:rPr lang="en-US" sz="2800" dirty="0">
                <a:effectLst/>
              </a:rPr>
              <a:t> (ISACA), є </a:t>
            </a:r>
            <a:r>
              <a:rPr lang="en-US" sz="2800" dirty="0" err="1">
                <a:effectLst/>
              </a:rPr>
              <a:t>провідною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методологією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для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управління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інформаційними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технологіями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та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пов'язаними</a:t>
            </a:r>
            <a:r>
              <a:rPr lang="en-US" sz="2800" dirty="0">
                <a:effectLst/>
              </a:rPr>
              <a:t> з </a:t>
            </a:r>
            <a:r>
              <a:rPr lang="en-US" sz="2800" dirty="0" err="1">
                <a:effectLst/>
              </a:rPr>
              <a:t>ними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ризиками</a:t>
            </a:r>
            <a:endParaRPr lang="en-US" sz="2800" b="1" dirty="0">
              <a:effectLst/>
            </a:endParaRPr>
          </a:p>
          <a:p>
            <a:pPr>
              <a:spcAft>
                <a:spcPts val="600"/>
              </a:spcAft>
              <a:buClr>
                <a:schemeClr val="accent5"/>
              </a:buClr>
            </a:pPr>
            <a:endParaRPr lang="en-US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F0272B-A331-C7C0-2D3E-BDB6B43E3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42821" y="3462299"/>
            <a:ext cx="2680436" cy="268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Зображення, що містить текст, знімок екрана, Шрифт, вода&#10;&#10;Автоматично згенерований опис">
            <a:extLst>
              <a:ext uri="{FF2B5EF4-FFF2-40B4-BE49-F238E27FC236}">
                <a16:creationId xmlns:a16="http://schemas.microsoft.com/office/drawing/2014/main" id="{C5D96632-8435-92CE-7A76-B18913AE4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726" y="745082"/>
            <a:ext cx="4592625" cy="2273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AB1EA6-1A1D-C66A-7D75-945049C573D2}"/>
              </a:ext>
            </a:extLst>
          </p:cNvPr>
          <p:cNvSpPr txBox="1"/>
          <p:nvPr/>
        </p:nvSpPr>
        <p:spPr>
          <a:xfrm>
            <a:off x="-55395" y="-72363"/>
            <a:ext cx="8829367" cy="10097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dirty="0">
                <a:latin typeface="+mj-lt"/>
                <a:ea typeface="+mj-ea"/>
                <a:cs typeface="+mj-cs"/>
              </a:rPr>
              <a:t>Вступ</a:t>
            </a:r>
          </a:p>
        </p:txBody>
      </p:sp>
    </p:spTree>
    <p:extLst>
      <p:ext uri="{BB962C8B-B14F-4D97-AF65-F5344CB8AC3E}">
        <p14:creationId xmlns:p14="http://schemas.microsoft.com/office/powerpoint/2010/main" val="3028692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177EE-1356-4ED0-8FF0-61CF8817E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110DF80-7755-48B5-8B8F-47C1B9CE5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366681"/>
            <a:ext cx="12192000" cy="4491318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65446-5CC9-82D3-2121-00AF34EADD81}"/>
              </a:ext>
            </a:extLst>
          </p:cNvPr>
          <p:cNvSpPr txBox="1"/>
          <p:nvPr/>
        </p:nvSpPr>
        <p:spPr>
          <a:xfrm>
            <a:off x="7116776" y="2249402"/>
            <a:ext cx="4887402" cy="2023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  <a:buClr>
                <a:schemeClr val="accent5"/>
              </a:buClr>
            </a:pPr>
            <a:endParaRPr lang="en-US" sz="3200" b="1" dirty="0">
              <a:effectLst/>
            </a:endParaRPr>
          </a:p>
          <a:p>
            <a:pPr>
              <a:spcAft>
                <a:spcPts val="600"/>
              </a:spcAft>
              <a:buClr>
                <a:schemeClr val="accent5"/>
              </a:buClr>
            </a:pPr>
            <a:endParaRPr lang="en-US" sz="3200" b="1" dirty="0"/>
          </a:p>
          <a:p>
            <a:pPr>
              <a:spcAft>
                <a:spcPts val="600"/>
              </a:spcAft>
              <a:buClr>
                <a:schemeClr val="accent5"/>
              </a:buClr>
            </a:pPr>
            <a:r>
              <a:rPr lang="en-US" sz="3200" dirty="0">
                <a:effectLst/>
              </a:rPr>
              <a:t>COBIT,  </a:t>
            </a:r>
            <a:r>
              <a:rPr lang="en-US" sz="3200" dirty="0" err="1">
                <a:effectLst/>
              </a:rPr>
              <a:t>розшифровується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як</a:t>
            </a:r>
            <a:r>
              <a:rPr lang="en-US" sz="3200" dirty="0">
                <a:effectLst/>
              </a:rPr>
              <a:t> Control Objectives for Information and Related Technologies, </a:t>
            </a:r>
            <a:r>
              <a:rPr lang="en-US" sz="3200" dirty="0" err="1">
                <a:effectLst/>
              </a:rPr>
              <a:t>має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довгу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та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цікаву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історію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розвитку</a:t>
            </a:r>
            <a:r>
              <a:rPr lang="en-US" sz="3200" dirty="0">
                <a:effectLst/>
              </a:rPr>
              <a:t>. </a:t>
            </a:r>
            <a:r>
              <a:rPr lang="en-US" sz="3200" dirty="0" err="1">
                <a:effectLst/>
              </a:rPr>
              <a:t>Ця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методологія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була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створена</a:t>
            </a:r>
            <a:r>
              <a:rPr lang="en-US" sz="3200" dirty="0">
                <a:effectLst/>
              </a:rPr>
              <a:t> ISACA (Information Systems Audit and Control Association) у 1996 </a:t>
            </a:r>
            <a:r>
              <a:rPr lang="en-US" sz="3200" dirty="0" err="1">
                <a:effectLst/>
              </a:rPr>
              <a:t>році</a:t>
            </a:r>
            <a:r>
              <a:rPr lang="en-US" sz="3200" dirty="0">
                <a:effectLst/>
              </a:rPr>
              <a:t>.</a:t>
            </a:r>
            <a:endParaRPr lang="en-US" sz="3200" b="1" dirty="0">
              <a:effectLst/>
            </a:endParaRPr>
          </a:p>
        </p:txBody>
      </p:sp>
      <p:pic>
        <p:nvPicPr>
          <p:cNvPr id="6" name="Рисунок 5" descr="Зображення, що містить текст, знімок екрана, Шрифт, меню&#10;&#10;Автоматично згенерований опис">
            <a:extLst>
              <a:ext uri="{FF2B5EF4-FFF2-40B4-BE49-F238E27FC236}">
                <a16:creationId xmlns:a16="http://schemas.microsoft.com/office/drawing/2014/main" id="{C3AA6BCE-31F2-C596-597E-804FCC37D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98" y="1445015"/>
            <a:ext cx="4617958" cy="320948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0FC321-6F94-322C-46B0-9E0B02ABA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6" y="4887464"/>
            <a:ext cx="6407811" cy="17375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16E84E-A7BD-E926-50F6-DCDD9FFD043E}"/>
              </a:ext>
            </a:extLst>
          </p:cNvPr>
          <p:cNvSpPr txBox="1"/>
          <p:nvPr/>
        </p:nvSpPr>
        <p:spPr>
          <a:xfrm>
            <a:off x="-55395" y="-72363"/>
            <a:ext cx="8829367" cy="10097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dirty="0">
                <a:latin typeface="+mj-lt"/>
                <a:ea typeface="+mj-ea"/>
                <a:cs typeface="+mj-cs"/>
              </a:rPr>
              <a:t>Історія та розвиток </a:t>
            </a:r>
            <a:r>
              <a:rPr lang="en-US" sz="4400" b="1" dirty="0">
                <a:latin typeface="+mj-lt"/>
                <a:ea typeface="+mj-ea"/>
                <a:cs typeface="+mj-cs"/>
              </a:rPr>
              <a:t>COBIT</a:t>
            </a:r>
          </a:p>
        </p:txBody>
      </p:sp>
    </p:spTree>
    <p:extLst>
      <p:ext uri="{BB962C8B-B14F-4D97-AF65-F5344CB8AC3E}">
        <p14:creationId xmlns:p14="http://schemas.microsoft.com/office/powerpoint/2010/main" val="1866729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3" name="Freeform: Shape 2056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6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Rectangle 2060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4860F05-0246-986E-24B3-FBABB41BB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9" r="8381"/>
          <a:stretch/>
        </p:blipFill>
        <p:spPr bwMode="auto"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092A11A9-3ABB-D17C-FD2A-CC9B7DA4C3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4737240"/>
              </p:ext>
            </p:extLst>
          </p:nvPr>
        </p:nvGraphicFramePr>
        <p:xfrm>
          <a:off x="4247535" y="0"/>
          <a:ext cx="7502013" cy="7098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10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975DA-2F73-4697-B7A9-A2E83471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CAD89534-AE1C-B32A-2501-48DD5479D4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0217088"/>
              </p:ext>
            </p:extLst>
          </p:nvPr>
        </p:nvGraphicFramePr>
        <p:xfrm>
          <a:off x="1049004" y="3009884"/>
          <a:ext cx="10510684" cy="3615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845599-52C9-24EB-07B2-46EA4B88F034}"/>
              </a:ext>
            </a:extLst>
          </p:cNvPr>
          <p:cNvSpPr txBox="1"/>
          <p:nvPr/>
        </p:nvSpPr>
        <p:spPr>
          <a:xfrm>
            <a:off x="365553" y="-92027"/>
            <a:ext cx="8829367" cy="10097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dirty="0">
                <a:latin typeface="+mj-lt"/>
                <a:ea typeface="+mj-ea"/>
                <a:cs typeface="+mj-cs"/>
              </a:rPr>
              <a:t>Єдина інтегрована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250509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OBIT 5 Структура материалов">
            <a:extLst>
              <a:ext uri="{FF2B5EF4-FFF2-40B4-BE49-F238E27FC236}">
                <a16:creationId xmlns:a16="http://schemas.microsoft.com/office/drawing/2014/main" id="{09F0F704-C82E-AF7C-8A7B-8A79140F2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604" y="175945"/>
            <a:ext cx="4391025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100" name="TextBox 1">
            <a:extLst>
              <a:ext uri="{FF2B5EF4-FFF2-40B4-BE49-F238E27FC236}">
                <a16:creationId xmlns:a16="http://schemas.microsoft.com/office/drawing/2014/main" id="{005DDDCA-B967-0CD6-AC14-F9AD0FE92F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9329709"/>
              </p:ext>
            </p:extLst>
          </p:nvPr>
        </p:nvGraphicFramePr>
        <p:xfrm>
          <a:off x="837157" y="2310581"/>
          <a:ext cx="4391024" cy="3460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7FBF58A-8D99-03AF-CA9F-A1D2A85C15C3}"/>
              </a:ext>
            </a:extLst>
          </p:cNvPr>
          <p:cNvSpPr txBox="1"/>
          <p:nvPr/>
        </p:nvSpPr>
        <p:spPr>
          <a:xfrm>
            <a:off x="390371" y="0"/>
            <a:ext cx="8829367" cy="10097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dirty="0">
                <a:latin typeface="+mj-lt"/>
                <a:ea typeface="+mj-ea"/>
                <a:cs typeface="+mj-cs"/>
              </a:rPr>
              <a:t>Процеси</a:t>
            </a:r>
          </a:p>
        </p:txBody>
      </p:sp>
    </p:spTree>
    <p:extLst>
      <p:ext uri="{BB962C8B-B14F-4D97-AF65-F5344CB8AC3E}">
        <p14:creationId xmlns:p14="http://schemas.microsoft.com/office/powerpoint/2010/main" val="2997730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" name="Rectangle 513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2" name="Freeform: Shape 514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14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6" name="Rectangle 5145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8" name="Freeform: Shape 5147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65446-5CC9-82D3-2121-00AF34EADD81}"/>
              </a:ext>
            </a:extLst>
          </p:cNvPr>
          <p:cNvSpPr txBox="1"/>
          <p:nvPr/>
        </p:nvSpPr>
        <p:spPr>
          <a:xfrm>
            <a:off x="609600" y="2548521"/>
            <a:ext cx="5545867" cy="347061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2300" dirty="0">
                <a:effectLst/>
              </a:rPr>
              <a:t>COBIT </a:t>
            </a:r>
            <a:r>
              <a:rPr lang="en-US" sz="2300" dirty="0" err="1">
                <a:effectLst/>
              </a:rPr>
              <a:t>приділяє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значну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увагу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організаційним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структурам</a:t>
            </a:r>
            <a:r>
              <a:rPr lang="en-US" sz="2300" dirty="0">
                <a:effectLst/>
              </a:rPr>
              <a:t>, </a:t>
            </a:r>
            <a:r>
              <a:rPr lang="en-US" sz="2300" dirty="0" err="1">
                <a:effectLst/>
              </a:rPr>
              <a:t>які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відіграють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ключову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роль</a:t>
            </a:r>
            <a:r>
              <a:rPr lang="en-US" sz="2300" dirty="0">
                <a:effectLst/>
              </a:rPr>
              <a:t> у </a:t>
            </a:r>
            <a:r>
              <a:rPr lang="en-US" sz="2300" dirty="0" err="1">
                <a:effectLst/>
              </a:rPr>
              <a:t>впровадженні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та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підтримці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ефективного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управління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бізнемом</a:t>
            </a:r>
            <a:r>
              <a:rPr lang="en-US" sz="2300" dirty="0">
                <a:effectLst/>
              </a:rPr>
              <a:t>. 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2300" dirty="0" err="1">
                <a:effectLst/>
              </a:rPr>
              <a:t>Одним</a:t>
            </a:r>
            <a:r>
              <a:rPr lang="en-US" sz="2300" dirty="0">
                <a:effectLst/>
              </a:rPr>
              <a:t> з </a:t>
            </a:r>
            <a:r>
              <a:rPr lang="en-US" sz="2300" dirty="0" err="1">
                <a:effectLst/>
              </a:rPr>
              <a:t>важливих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інструментів</a:t>
            </a:r>
            <a:r>
              <a:rPr lang="en-US" sz="2300" dirty="0">
                <a:effectLst/>
              </a:rPr>
              <a:t> у </a:t>
            </a:r>
            <a:r>
              <a:rPr lang="en-US" sz="2300" dirty="0" err="1">
                <a:effectLst/>
              </a:rPr>
              <a:t>цьому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контексті</a:t>
            </a:r>
            <a:r>
              <a:rPr lang="en-US" sz="2300" dirty="0">
                <a:effectLst/>
              </a:rPr>
              <a:t> є RACI-</a:t>
            </a:r>
            <a:r>
              <a:rPr lang="en-US" sz="2300" dirty="0" err="1">
                <a:effectLst/>
              </a:rPr>
              <a:t>діаграма</a:t>
            </a:r>
            <a:r>
              <a:rPr lang="en-US" sz="2300" dirty="0">
                <a:effectLst/>
              </a:rPr>
              <a:t> (Responsible, Accountable, Consulted, Informed). 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2300" dirty="0" err="1">
                <a:effectLst/>
              </a:rPr>
              <a:t>Ця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діаграма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допомагає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чітко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визначити</a:t>
            </a:r>
            <a:r>
              <a:rPr lang="en-US" sz="2300" dirty="0">
                <a:effectLst/>
              </a:rPr>
              <a:t>, </a:t>
            </a:r>
            <a:r>
              <a:rPr lang="en-US" sz="2300" dirty="0" err="1">
                <a:effectLst/>
              </a:rPr>
              <a:t>хто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відповідальний</a:t>
            </a:r>
            <a:r>
              <a:rPr lang="en-US" sz="2300" dirty="0">
                <a:effectLst/>
              </a:rPr>
              <a:t>, </a:t>
            </a:r>
            <a:r>
              <a:rPr lang="en-US" sz="2300" dirty="0" err="1">
                <a:effectLst/>
              </a:rPr>
              <a:t>підзвітний</a:t>
            </a:r>
            <a:r>
              <a:rPr lang="en-US" sz="2300" dirty="0">
                <a:effectLst/>
              </a:rPr>
              <a:t>, </a:t>
            </a:r>
            <a:r>
              <a:rPr lang="en-US" sz="2300" dirty="0" err="1">
                <a:effectLst/>
              </a:rPr>
              <a:t>кого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потрібно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консультувати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та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інформувати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щодо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певних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частин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процесу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чи</a:t>
            </a:r>
            <a:r>
              <a:rPr lang="en-US" sz="2300" dirty="0">
                <a:effectLst/>
              </a:rPr>
              <a:t> </a:t>
            </a:r>
            <a:r>
              <a:rPr lang="en-US" sz="2300" dirty="0" err="1">
                <a:effectLst/>
              </a:rPr>
              <a:t>цілі</a:t>
            </a:r>
            <a:r>
              <a:rPr lang="en-US" sz="2300" dirty="0">
                <a:effectLst/>
              </a:rPr>
              <a:t>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Clr>
                <a:schemeClr val="accent5"/>
              </a:buClr>
            </a:pPr>
            <a:endParaRPr lang="en-US" sz="1700" b="1" dirty="0">
              <a:effectLst/>
            </a:endParaRPr>
          </a:p>
          <a:p>
            <a:pPr>
              <a:lnSpc>
                <a:spcPct val="110000"/>
              </a:lnSpc>
              <a:buClr>
                <a:schemeClr val="accent5"/>
              </a:buClr>
            </a:pPr>
            <a:endParaRPr lang="en-US" sz="1700" b="1" dirty="0">
              <a:effectLst/>
            </a:endParaRPr>
          </a:p>
          <a:p>
            <a:pPr>
              <a:lnSpc>
                <a:spcPct val="110000"/>
              </a:lnSpc>
              <a:buClr>
                <a:schemeClr val="accent5"/>
              </a:buClr>
            </a:pPr>
            <a:endParaRPr lang="en-US" sz="1700" dirty="0"/>
          </a:p>
        </p:txBody>
      </p:sp>
      <p:pic>
        <p:nvPicPr>
          <p:cNvPr id="5124" name="Picture 4" descr="What Is a RACI Matrix? Here's Everything You Need To Know - SlideModel">
            <a:extLst>
              <a:ext uri="{FF2B5EF4-FFF2-40B4-BE49-F238E27FC236}">
                <a16:creationId xmlns:a16="http://schemas.microsoft.com/office/drawing/2014/main" id="{6EB09009-B404-04A4-79D6-110A44209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114"/>
          <a:stretch/>
        </p:blipFill>
        <p:spPr bwMode="auto">
          <a:xfrm>
            <a:off x="6536881" y="1941474"/>
            <a:ext cx="5655119" cy="218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8F9650-0D2E-FFE7-8729-76EC935E515B}"/>
              </a:ext>
            </a:extLst>
          </p:cNvPr>
          <p:cNvSpPr txBox="1"/>
          <p:nvPr/>
        </p:nvSpPr>
        <p:spPr>
          <a:xfrm>
            <a:off x="365553" y="232967"/>
            <a:ext cx="8829367" cy="10097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dirty="0">
                <a:latin typeface="+mj-lt"/>
                <a:ea typeface="+mj-ea"/>
                <a:cs typeface="+mj-cs"/>
              </a:rPr>
              <a:t>Організаційні структури</a:t>
            </a:r>
          </a:p>
        </p:txBody>
      </p:sp>
    </p:spTree>
    <p:extLst>
      <p:ext uri="{BB962C8B-B14F-4D97-AF65-F5344CB8AC3E}">
        <p14:creationId xmlns:p14="http://schemas.microsoft.com/office/powerpoint/2010/main" val="337487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3" name="Picture 4" descr="COBIT — Вікіпедія">
            <a:extLst>
              <a:ext uri="{FF2B5EF4-FFF2-40B4-BE49-F238E27FC236}">
                <a16:creationId xmlns:a16="http://schemas.microsoft.com/office/drawing/2014/main" id="{4DA5C03A-2307-1CF9-80E6-4FB20AAB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7" r="10724" b="-2"/>
          <a:stretch/>
        </p:blipFill>
        <p:spPr bwMode="auto">
          <a:xfrm>
            <a:off x="449099" y="1554824"/>
            <a:ext cx="4820991" cy="5673447"/>
          </a:xfrm>
          <a:custGeom>
            <a:avLst/>
            <a:gdLst/>
            <a:ahLst/>
            <a:cxnLst/>
            <a:rect l="l" t="t" r="r" b="b"/>
            <a:pathLst>
              <a:path w="5827552" h="6858000">
                <a:moveTo>
                  <a:pt x="5436113" y="4232571"/>
                </a:moveTo>
                <a:cubicBezTo>
                  <a:pt x="5625722" y="4232571"/>
                  <a:pt x="5779430" y="4386279"/>
                  <a:pt x="5779430" y="4575888"/>
                </a:cubicBezTo>
                <a:cubicBezTo>
                  <a:pt x="5779430" y="4765497"/>
                  <a:pt x="5625722" y="4919205"/>
                  <a:pt x="5436113" y="4919205"/>
                </a:cubicBezTo>
                <a:cubicBezTo>
                  <a:pt x="5246504" y="4919205"/>
                  <a:pt x="5092796" y="4765497"/>
                  <a:pt x="5092796" y="4575888"/>
                </a:cubicBezTo>
                <a:cubicBezTo>
                  <a:pt x="5092796" y="4386279"/>
                  <a:pt x="5246504" y="4232571"/>
                  <a:pt x="5436113" y="4232571"/>
                </a:cubicBezTo>
                <a:close/>
                <a:moveTo>
                  <a:pt x="5580185" y="1806694"/>
                </a:moveTo>
                <a:cubicBezTo>
                  <a:pt x="5699726" y="1806694"/>
                  <a:pt x="5799461" y="1891487"/>
                  <a:pt x="5822527" y="2004209"/>
                </a:cubicBezTo>
                <a:lnTo>
                  <a:pt x="5827552" y="2054052"/>
                </a:lnTo>
                <a:lnTo>
                  <a:pt x="5827552" y="2054073"/>
                </a:lnTo>
                <a:lnTo>
                  <a:pt x="5822527" y="2103916"/>
                </a:lnTo>
                <a:cubicBezTo>
                  <a:pt x="5799461" y="2216637"/>
                  <a:pt x="5699726" y="2301430"/>
                  <a:pt x="5580185" y="2301430"/>
                </a:cubicBezTo>
                <a:cubicBezTo>
                  <a:pt x="5443567" y="2301430"/>
                  <a:pt x="5332817" y="2190680"/>
                  <a:pt x="5332817" y="2054062"/>
                </a:cubicBezTo>
                <a:cubicBezTo>
                  <a:pt x="5332817" y="1917444"/>
                  <a:pt x="5443567" y="1806694"/>
                  <a:pt x="5580185" y="1806694"/>
                </a:cubicBezTo>
                <a:close/>
                <a:moveTo>
                  <a:pt x="5580184" y="1294715"/>
                </a:moveTo>
                <a:cubicBezTo>
                  <a:pt x="5659753" y="1294715"/>
                  <a:pt x="5724256" y="1359218"/>
                  <a:pt x="5724256" y="1438787"/>
                </a:cubicBezTo>
                <a:cubicBezTo>
                  <a:pt x="5724256" y="1518356"/>
                  <a:pt x="5659753" y="1582859"/>
                  <a:pt x="5580184" y="1582859"/>
                </a:cubicBezTo>
                <a:cubicBezTo>
                  <a:pt x="5500615" y="1582859"/>
                  <a:pt x="5436112" y="1518356"/>
                  <a:pt x="5436112" y="1438787"/>
                </a:cubicBezTo>
                <a:cubicBezTo>
                  <a:pt x="5436112" y="1359218"/>
                  <a:pt x="5500615" y="1294715"/>
                  <a:pt x="5580184" y="1294715"/>
                </a:cubicBezTo>
                <a:close/>
                <a:moveTo>
                  <a:pt x="0" y="0"/>
                </a:moveTo>
                <a:lnTo>
                  <a:pt x="5346882" y="0"/>
                </a:lnTo>
                <a:lnTo>
                  <a:pt x="5396357" y="64140"/>
                </a:lnTo>
                <a:cubicBezTo>
                  <a:pt x="5509528" y="228632"/>
                  <a:pt x="5577723" y="424885"/>
                  <a:pt x="5582550" y="646882"/>
                </a:cubicBezTo>
                <a:cubicBezTo>
                  <a:pt x="5608062" y="1102027"/>
                  <a:pt x="5203194" y="1301070"/>
                  <a:pt x="5151872" y="1809180"/>
                </a:cubicBezTo>
                <a:cubicBezTo>
                  <a:pt x="5104686" y="2276432"/>
                  <a:pt x="5496947" y="2514465"/>
                  <a:pt x="5323965" y="3464278"/>
                </a:cubicBezTo>
                <a:cubicBezTo>
                  <a:pt x="5211960" y="4079388"/>
                  <a:pt x="4297510" y="4259025"/>
                  <a:pt x="5513003" y="5720066"/>
                </a:cubicBezTo>
                <a:cubicBezTo>
                  <a:pt x="5768583" y="6027176"/>
                  <a:pt x="5791560" y="6490332"/>
                  <a:pt x="5601722" y="6841105"/>
                </a:cubicBezTo>
                <a:lnTo>
                  <a:pt x="5590822" y="6858000"/>
                </a:lnTo>
                <a:lnTo>
                  <a:pt x="1735" y="6858000"/>
                </a:lnTo>
                <a:lnTo>
                  <a:pt x="0" y="6858000"/>
                </a:lnTo>
                <a:lnTo>
                  <a:pt x="0" y="6849812"/>
                </a:lnTo>
                <a:lnTo>
                  <a:pt x="0" y="6483067"/>
                </a:lnTo>
                <a:lnTo>
                  <a:pt x="0" y="12501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065446-5CC9-82D3-2121-00AF34EADD81}"/>
              </a:ext>
            </a:extLst>
          </p:cNvPr>
          <p:cNvSpPr txBox="1"/>
          <p:nvPr/>
        </p:nvSpPr>
        <p:spPr>
          <a:xfrm>
            <a:off x="6304441" y="632020"/>
            <a:ext cx="5355276" cy="31747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spcAft>
                <a:spcPts val="600"/>
              </a:spcAft>
              <a:buClr>
                <a:schemeClr val="accent5"/>
              </a:buClr>
            </a:pPr>
            <a:endParaRPr lang="en-US" sz="2000" b="1" dirty="0">
              <a:effectLst/>
            </a:endParaRPr>
          </a:p>
          <a:p>
            <a:pPr>
              <a:spcAft>
                <a:spcPts val="600"/>
              </a:spcAft>
              <a:buClr>
                <a:schemeClr val="accent5"/>
              </a:buClr>
            </a:pPr>
            <a:endParaRPr lang="en-US" sz="2000" b="1" dirty="0"/>
          </a:p>
          <a:p>
            <a:pPr>
              <a:spcAft>
                <a:spcPts val="600"/>
              </a:spcAft>
              <a:buClr>
                <a:schemeClr val="accent5"/>
              </a:buClr>
            </a:pPr>
            <a:r>
              <a:rPr lang="en-US" sz="2000" dirty="0" err="1">
                <a:effectLst/>
              </a:rPr>
              <a:t>Інформація</a:t>
            </a:r>
            <a:r>
              <a:rPr lang="en-US" sz="2000" dirty="0">
                <a:effectLst/>
              </a:rPr>
              <a:t> є </a:t>
            </a:r>
            <a:r>
              <a:rPr lang="en-US" sz="2000" dirty="0" err="1">
                <a:effectLst/>
              </a:rPr>
              <a:t>ключовим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компонентом</a:t>
            </a:r>
            <a:r>
              <a:rPr lang="en-US" sz="2000" dirty="0">
                <a:effectLst/>
              </a:rPr>
              <a:t> COBIT, </a:t>
            </a:r>
            <a:r>
              <a:rPr lang="en-US" sz="2000" dirty="0" err="1">
                <a:effectLst/>
              </a:rPr>
              <a:t>оскільки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вона</a:t>
            </a:r>
            <a:r>
              <a:rPr lang="en-US" sz="2000" dirty="0">
                <a:effectLst/>
              </a:rPr>
              <a:t> є </a:t>
            </a:r>
            <a:r>
              <a:rPr lang="en-US" sz="2000" dirty="0" err="1">
                <a:effectLst/>
              </a:rPr>
              <a:t>основою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для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прийняття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рішень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та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управління</a:t>
            </a:r>
            <a:r>
              <a:rPr lang="en-US" sz="2000" dirty="0">
                <a:effectLst/>
              </a:rPr>
              <a:t> ІТ-</a:t>
            </a:r>
            <a:r>
              <a:rPr lang="en-US" sz="2000" dirty="0" err="1">
                <a:effectLst/>
              </a:rPr>
              <a:t>ресурсами</a:t>
            </a:r>
            <a:r>
              <a:rPr lang="en-US" sz="2000" dirty="0">
                <a:effectLst/>
              </a:rPr>
              <a:t>.</a:t>
            </a:r>
          </a:p>
          <a:p>
            <a:pPr>
              <a:spcAft>
                <a:spcPts val="600"/>
              </a:spcAft>
              <a:buClr>
                <a:schemeClr val="accent5"/>
              </a:buClr>
            </a:pPr>
            <a:r>
              <a:rPr lang="en-US" sz="2000" dirty="0">
                <a:effectLst/>
              </a:rPr>
              <a:t> COBIT </a:t>
            </a:r>
            <a:r>
              <a:rPr lang="en-US" sz="2000" dirty="0" err="1">
                <a:effectLst/>
              </a:rPr>
              <a:t>визначає</a:t>
            </a:r>
            <a:r>
              <a:rPr lang="en-US" sz="2000" dirty="0">
                <a:effectLst/>
              </a:rPr>
              <a:t>, </a:t>
            </a:r>
            <a:r>
              <a:rPr lang="en-US" sz="2000" dirty="0" err="1">
                <a:effectLst/>
              </a:rPr>
              <a:t>що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інформація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повинна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відповідати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певним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критеріям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якості</a:t>
            </a:r>
            <a:r>
              <a:rPr lang="en-US" sz="2000" dirty="0">
                <a:effectLst/>
              </a:rPr>
              <a:t>, </a:t>
            </a:r>
            <a:r>
              <a:rPr lang="en-US" sz="2000" dirty="0" err="1">
                <a:effectLst/>
              </a:rPr>
              <a:t>таким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як</a:t>
            </a:r>
            <a:r>
              <a:rPr lang="en-US" sz="2000" dirty="0">
                <a:effectLst/>
              </a:rPr>
              <a:t> </a:t>
            </a:r>
          </a:p>
          <a:p>
            <a:pPr>
              <a:spcAft>
                <a:spcPts val="600"/>
              </a:spcAft>
              <a:buClr>
                <a:schemeClr val="accent5"/>
              </a:buClr>
            </a:pPr>
            <a:endParaRPr lang="en-US" sz="2000" dirty="0">
              <a:effectLst/>
            </a:endParaRPr>
          </a:p>
          <a:p>
            <a:pPr marL="342900" indent="-34290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effectLst/>
              </a:rPr>
              <a:t>точність</a:t>
            </a:r>
            <a:endParaRPr lang="en-US" sz="2000" dirty="0">
              <a:effectLst/>
            </a:endParaRPr>
          </a:p>
          <a:p>
            <a:pPr marL="342900" indent="-34290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effectLst/>
              </a:rPr>
              <a:t>повнота</a:t>
            </a:r>
            <a:endParaRPr lang="en-US" sz="2000" dirty="0">
              <a:effectLst/>
            </a:endParaRPr>
          </a:p>
          <a:p>
            <a:pPr marL="342900" indent="-34290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effectLst/>
              </a:rPr>
              <a:t>актуальність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та</a:t>
            </a:r>
            <a:r>
              <a:rPr lang="en-US" sz="2000" dirty="0">
                <a:effectLst/>
              </a:rPr>
              <a:t> </a:t>
            </a:r>
          </a:p>
          <a:p>
            <a:pPr marL="342900" indent="-34290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effectLst/>
              </a:rPr>
              <a:t>доступність</a:t>
            </a:r>
            <a:r>
              <a:rPr lang="en-US" sz="2000" dirty="0">
                <a:effectLst/>
              </a:rPr>
              <a:t>. </a:t>
            </a:r>
            <a:endParaRPr lang="en-US" sz="2000" b="1" dirty="0">
              <a:effectLst/>
            </a:endParaRPr>
          </a:p>
          <a:p>
            <a:pPr>
              <a:spcAft>
                <a:spcPts val="600"/>
              </a:spcAft>
              <a:buClr>
                <a:schemeClr val="accent5"/>
              </a:buClr>
            </a:pPr>
            <a:endParaRPr lang="en-US" sz="2000" b="1" dirty="0">
              <a:effectLst/>
            </a:endParaRPr>
          </a:p>
          <a:p>
            <a:pPr>
              <a:spcAft>
                <a:spcPts val="600"/>
              </a:spcAft>
              <a:buClr>
                <a:schemeClr val="accent5"/>
              </a:buClr>
            </a:pPr>
            <a:endParaRPr lang="en-US" sz="2000" b="1" dirty="0">
              <a:effectLst/>
            </a:endParaRPr>
          </a:p>
          <a:p>
            <a:pPr>
              <a:spcAft>
                <a:spcPts val="600"/>
              </a:spcAft>
              <a:buClr>
                <a:schemeClr val="accent5"/>
              </a:buClr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712B6-DA5B-161E-7F04-CD40DCEE6C59}"/>
              </a:ext>
            </a:extLst>
          </p:cNvPr>
          <p:cNvSpPr txBox="1"/>
          <p:nvPr/>
        </p:nvSpPr>
        <p:spPr>
          <a:xfrm>
            <a:off x="-55395" y="-72363"/>
            <a:ext cx="8829367" cy="10097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dirty="0">
                <a:latin typeface="+mj-lt"/>
                <a:ea typeface="+mj-ea"/>
                <a:cs typeface="+mj-cs"/>
              </a:rPr>
              <a:t>Інформація</a:t>
            </a:r>
          </a:p>
        </p:txBody>
      </p:sp>
    </p:spTree>
    <p:extLst>
      <p:ext uri="{BB962C8B-B14F-4D97-AF65-F5344CB8AC3E}">
        <p14:creationId xmlns:p14="http://schemas.microsoft.com/office/powerpoint/2010/main" val="3633174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975DA-2F73-4697-B7A9-A2E83471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D0074511-E28C-B04F-C47C-B4C89A12A6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031485"/>
              </p:ext>
            </p:extLst>
          </p:nvPr>
        </p:nvGraphicFramePr>
        <p:xfrm>
          <a:off x="1551974" y="3126658"/>
          <a:ext cx="10276233" cy="3350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C2ECFA1-0E16-E3E0-7B73-EA550A3B5CC6}"/>
              </a:ext>
            </a:extLst>
          </p:cNvPr>
          <p:cNvSpPr txBox="1"/>
          <p:nvPr/>
        </p:nvSpPr>
        <p:spPr>
          <a:xfrm>
            <a:off x="259140" y="232967"/>
            <a:ext cx="8829367" cy="1563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dirty="0">
                <a:latin typeface="+mj-lt"/>
                <a:ea typeface="+mj-ea"/>
                <a:cs typeface="+mj-cs"/>
              </a:rPr>
              <a:t>Політики та процедури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uk-UA" sz="44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51644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46CCC8-AA39-4037-B3E2-70602B93F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3EDD4A7C-E676-8BB8-68BA-FFEF84070E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287841"/>
              </p:ext>
            </p:extLst>
          </p:nvPr>
        </p:nvGraphicFramePr>
        <p:xfrm>
          <a:off x="2438400" y="232968"/>
          <a:ext cx="7891464" cy="5912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Групувати 2">
            <a:extLst>
              <a:ext uri="{FF2B5EF4-FFF2-40B4-BE49-F238E27FC236}">
                <a16:creationId xmlns:a16="http://schemas.microsoft.com/office/drawing/2014/main" id="{3B500499-6444-3199-F24A-8292F618F806}"/>
              </a:ext>
            </a:extLst>
          </p:cNvPr>
          <p:cNvGrpSpPr/>
          <p:nvPr/>
        </p:nvGrpSpPr>
        <p:grpSpPr>
          <a:xfrm>
            <a:off x="203063" y="2018124"/>
            <a:ext cx="2428461" cy="2428461"/>
            <a:chOff x="-3151602" y="896348"/>
            <a:chExt cx="2428461" cy="2428461"/>
          </a:xfrm>
        </p:grpSpPr>
        <p:sp>
          <p:nvSpPr>
            <p:cNvPr id="5" name="Прямокутник: округлені кути 4">
              <a:extLst>
                <a:ext uri="{FF2B5EF4-FFF2-40B4-BE49-F238E27FC236}">
                  <a16:creationId xmlns:a16="http://schemas.microsoft.com/office/drawing/2014/main" id="{C37FB692-C23C-77C4-0BCC-8C1C3F186369}"/>
                </a:ext>
              </a:extLst>
            </p:cNvPr>
            <p:cNvSpPr/>
            <p:nvPr/>
          </p:nvSpPr>
          <p:spPr>
            <a:xfrm>
              <a:off x="-3151602" y="896348"/>
              <a:ext cx="2428461" cy="2428461"/>
            </a:xfrm>
            <a:prstGeom prst="roundRect">
              <a:avLst/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ru-UA"/>
            </a:p>
          </p:txBody>
        </p:sp>
        <p:sp>
          <p:nvSpPr>
            <p:cNvPr id="6" name="Прямокутник: округлені кути 4">
              <a:extLst>
                <a:ext uri="{FF2B5EF4-FFF2-40B4-BE49-F238E27FC236}">
                  <a16:creationId xmlns:a16="http://schemas.microsoft.com/office/drawing/2014/main" id="{8963E6CC-6E46-1CBB-1386-894255AE30DD}"/>
                </a:ext>
              </a:extLst>
            </p:cNvPr>
            <p:cNvSpPr txBox="1"/>
            <p:nvPr/>
          </p:nvSpPr>
          <p:spPr>
            <a:xfrm>
              <a:off x="-3033055" y="896348"/>
              <a:ext cx="2191365" cy="21913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uk-UA" sz="1600" b="1" kern="1200" dirty="0"/>
                <a:t>Процесний підхід у COBIT. Сутність процесного підходу</a:t>
              </a:r>
              <a:endParaRPr lang="en-US" sz="1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70935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46CCC8-AA39-4037-B3E2-70602B93F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B7AF2478-DD28-CCD9-48AC-C20AB3627A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146222"/>
              </p:ext>
            </p:extLst>
          </p:nvPr>
        </p:nvGraphicFramePr>
        <p:xfrm>
          <a:off x="2935325" y="712864"/>
          <a:ext cx="6318302" cy="54322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7547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1BE43E2A-D09B-ACFF-E56C-4E166D81DD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187290"/>
              </p:ext>
            </p:extLst>
          </p:nvPr>
        </p:nvGraphicFramePr>
        <p:xfrm>
          <a:off x="7223503" y="108081"/>
          <a:ext cx="4627574" cy="644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6DB787C-1BA6-BA33-085C-6A85BB1AE774}"/>
              </a:ext>
            </a:extLst>
          </p:cNvPr>
          <p:cNvSpPr txBox="1"/>
          <p:nvPr/>
        </p:nvSpPr>
        <p:spPr>
          <a:xfrm>
            <a:off x="147485" y="969886"/>
            <a:ext cx="8829367" cy="2373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dirty="0">
                <a:latin typeface="+mj-lt"/>
                <a:ea typeface="+mj-ea"/>
                <a:cs typeface="+mj-cs"/>
              </a:rPr>
              <a:t>Взаємозв'язок процесів</a:t>
            </a:r>
          </a:p>
        </p:txBody>
      </p:sp>
    </p:spTree>
    <p:extLst>
      <p:ext uri="{BB962C8B-B14F-4D97-AF65-F5344CB8AC3E}">
        <p14:creationId xmlns:p14="http://schemas.microsoft.com/office/powerpoint/2010/main" val="4285604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975DA-2F73-4697-B7A9-A2E83471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F8043A56-8162-0AAC-4949-EC3C8DB544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0473557"/>
              </p:ext>
            </p:extLst>
          </p:nvPr>
        </p:nvGraphicFramePr>
        <p:xfrm>
          <a:off x="1514167" y="2912459"/>
          <a:ext cx="10420669" cy="3712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6735552-6AE5-11FA-EC5F-41A12A5B1FF2}"/>
              </a:ext>
            </a:extLst>
          </p:cNvPr>
          <p:cNvSpPr txBox="1"/>
          <p:nvPr/>
        </p:nvSpPr>
        <p:spPr>
          <a:xfrm>
            <a:off x="419739" y="-135086"/>
            <a:ext cx="11769213" cy="1446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ru-RU" sz="4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Контроль в COBIT. </a:t>
            </a:r>
            <a:r>
              <a:rPr lang="ru-RU" sz="4400" b="1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Визначення</a:t>
            </a:r>
            <a:r>
              <a:rPr lang="ru-RU" sz="4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контролю</a:t>
            </a:r>
            <a:endParaRPr lang="en-US" sz="44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89333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1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3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5">
            <a:extLst>
              <a:ext uri="{FF2B5EF4-FFF2-40B4-BE49-F238E27FC236}">
                <a16:creationId xmlns:a16="http://schemas.microsoft.com/office/drawing/2014/main" id="{6A13B2A7-A44E-4940-9367-4788F280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17">
            <a:extLst>
              <a:ext uri="{FF2B5EF4-FFF2-40B4-BE49-F238E27FC236}">
                <a16:creationId xmlns:a16="http://schemas.microsoft.com/office/drawing/2014/main" id="{ADBF9A7D-DF04-4422-981B-76DFC720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759370" y="0"/>
            <a:ext cx="2432630" cy="2848482"/>
          </a:xfrm>
          <a:custGeom>
            <a:avLst/>
            <a:gdLst>
              <a:gd name="connsiteX0" fmla="*/ 1193013 w 2432630"/>
              <a:gd name="connsiteY0" fmla="*/ 1609830 h 2848482"/>
              <a:gd name="connsiteX1" fmla="*/ 1452520 w 2432630"/>
              <a:gd name="connsiteY1" fmla="*/ 1771993 h 2848482"/>
              <a:gd name="connsiteX2" fmla="*/ 1333256 w 2432630"/>
              <a:gd name="connsiteY2" fmla="*/ 2217094 h 2848482"/>
              <a:gd name="connsiteX3" fmla="*/ 888154 w 2432630"/>
              <a:gd name="connsiteY3" fmla="*/ 2097829 h 2848482"/>
              <a:gd name="connsiteX4" fmla="*/ 1007419 w 2432630"/>
              <a:gd name="connsiteY4" fmla="*/ 1652728 h 2848482"/>
              <a:gd name="connsiteX5" fmla="*/ 1193013 w 2432630"/>
              <a:gd name="connsiteY5" fmla="*/ 1609830 h 2848482"/>
              <a:gd name="connsiteX6" fmla="*/ 1721013 w 2432630"/>
              <a:gd name="connsiteY6" fmla="*/ 1345937 h 2848482"/>
              <a:gd name="connsiteX7" fmla="*/ 1880524 w 2432630"/>
              <a:gd name="connsiteY7" fmla="*/ 1425334 h 2848482"/>
              <a:gd name="connsiteX8" fmla="*/ 1821528 w 2432630"/>
              <a:gd name="connsiteY8" fmla="*/ 1645511 h 2848482"/>
              <a:gd name="connsiteX9" fmla="*/ 1601350 w 2432630"/>
              <a:gd name="connsiteY9" fmla="*/ 1586514 h 2848482"/>
              <a:gd name="connsiteX10" fmla="*/ 1660347 w 2432630"/>
              <a:gd name="connsiteY10" fmla="*/ 1366337 h 2848482"/>
              <a:gd name="connsiteX11" fmla="*/ 1721013 w 2432630"/>
              <a:gd name="connsiteY11" fmla="*/ 1345937 h 2848482"/>
              <a:gd name="connsiteX12" fmla="*/ 0 w 2432630"/>
              <a:gd name="connsiteY12" fmla="*/ 0 h 2848482"/>
              <a:gd name="connsiteX13" fmla="*/ 2420476 w 2432630"/>
              <a:gd name="connsiteY13" fmla="*/ 0 h 2848482"/>
              <a:gd name="connsiteX14" fmla="*/ 2431096 w 2432630"/>
              <a:gd name="connsiteY14" fmla="*/ 94052 h 2848482"/>
              <a:gd name="connsiteX15" fmla="*/ 2426545 w 2432630"/>
              <a:gd name="connsiteY15" fmla="*/ 261706 h 2848482"/>
              <a:gd name="connsiteX16" fmla="*/ 1347411 w 2432630"/>
              <a:gd name="connsiteY16" fmla="*/ 1289202 h 2848482"/>
              <a:gd name="connsiteX17" fmla="*/ 678423 w 2432630"/>
              <a:gd name="connsiteY17" fmla="*/ 1606118 h 2848482"/>
              <a:gd name="connsiteX18" fmla="*/ 284014 w 2432630"/>
              <a:gd name="connsiteY18" fmla="*/ 2398976 h 2848482"/>
              <a:gd name="connsiteX19" fmla="*/ 97407 w 2432630"/>
              <a:gd name="connsiteY19" fmla="*/ 2742323 h 2848482"/>
              <a:gd name="connsiteX20" fmla="*/ 0 w 2432630"/>
              <a:gd name="connsiteY20" fmla="*/ 2848482 h 2848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32630" h="2848482">
                <a:moveTo>
                  <a:pt x="1193013" y="1609830"/>
                </a:moveTo>
                <a:cubicBezTo>
                  <a:pt x="1297352" y="1617205"/>
                  <a:pt x="1396284" y="1674588"/>
                  <a:pt x="1452520" y="1771993"/>
                </a:cubicBezTo>
                <a:cubicBezTo>
                  <a:pt x="1542498" y="1927838"/>
                  <a:pt x="1489101" y="2127117"/>
                  <a:pt x="1333256" y="2217094"/>
                </a:cubicBezTo>
                <a:cubicBezTo>
                  <a:pt x="1177410" y="2307071"/>
                  <a:pt x="978131" y="2253675"/>
                  <a:pt x="888154" y="2097829"/>
                </a:cubicBezTo>
                <a:cubicBezTo>
                  <a:pt x="798176" y="1941984"/>
                  <a:pt x="851572" y="1742705"/>
                  <a:pt x="1007419" y="1652728"/>
                </a:cubicBezTo>
                <a:cubicBezTo>
                  <a:pt x="1065861" y="1618986"/>
                  <a:pt x="1130410" y="1605406"/>
                  <a:pt x="1193013" y="1609830"/>
                </a:cubicBezTo>
                <a:close/>
                <a:moveTo>
                  <a:pt x="1721013" y="1345937"/>
                </a:moveTo>
                <a:cubicBezTo>
                  <a:pt x="1783347" y="1338202"/>
                  <a:pt x="1847142" y="1367515"/>
                  <a:pt x="1880524" y="1425334"/>
                </a:cubicBezTo>
                <a:cubicBezTo>
                  <a:pt x="1925033" y="1502425"/>
                  <a:pt x="1898619" y="1601002"/>
                  <a:pt x="1821528" y="1645511"/>
                </a:cubicBezTo>
                <a:cubicBezTo>
                  <a:pt x="1744436" y="1690020"/>
                  <a:pt x="1645859" y="1663606"/>
                  <a:pt x="1601350" y="1586514"/>
                </a:cubicBezTo>
                <a:cubicBezTo>
                  <a:pt x="1556841" y="1509423"/>
                  <a:pt x="1583254" y="1410846"/>
                  <a:pt x="1660347" y="1366337"/>
                </a:cubicBezTo>
                <a:cubicBezTo>
                  <a:pt x="1679620" y="1355210"/>
                  <a:pt x="1700235" y="1348515"/>
                  <a:pt x="1721013" y="1345937"/>
                </a:cubicBezTo>
                <a:close/>
                <a:moveTo>
                  <a:pt x="0" y="0"/>
                </a:moveTo>
                <a:lnTo>
                  <a:pt x="2420476" y="0"/>
                </a:lnTo>
                <a:lnTo>
                  <a:pt x="2431096" y="94052"/>
                </a:lnTo>
                <a:cubicBezTo>
                  <a:pt x="2434004" y="150699"/>
                  <a:pt x="2432933" y="206775"/>
                  <a:pt x="2426545" y="261706"/>
                </a:cubicBezTo>
                <a:cubicBezTo>
                  <a:pt x="2360669" y="828256"/>
                  <a:pt x="1972176" y="1172577"/>
                  <a:pt x="1347411" y="1289202"/>
                </a:cubicBezTo>
                <a:cubicBezTo>
                  <a:pt x="1096744" y="1336043"/>
                  <a:pt x="825156" y="1376752"/>
                  <a:pt x="678423" y="1606118"/>
                </a:cubicBezTo>
                <a:cubicBezTo>
                  <a:pt x="520257" y="1853673"/>
                  <a:pt x="394149" y="2125038"/>
                  <a:pt x="284014" y="2398976"/>
                </a:cubicBezTo>
                <a:cubicBezTo>
                  <a:pt x="233465" y="2524954"/>
                  <a:pt x="173906" y="2641107"/>
                  <a:pt x="97407" y="2742323"/>
                </a:cubicBezTo>
                <a:lnTo>
                  <a:pt x="0" y="28484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6" name="TextBox 1">
            <a:extLst>
              <a:ext uri="{FF2B5EF4-FFF2-40B4-BE49-F238E27FC236}">
                <a16:creationId xmlns:a16="http://schemas.microsoft.com/office/drawing/2014/main" id="{0FD26D1D-F0BC-E517-1797-9E52AE8599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4840688"/>
              </p:ext>
            </p:extLst>
          </p:nvPr>
        </p:nvGraphicFramePr>
        <p:xfrm>
          <a:off x="609600" y="2106613"/>
          <a:ext cx="10972800" cy="4035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B2491C8-9D36-7BBD-844A-669E0A175A7E}"/>
              </a:ext>
            </a:extLst>
          </p:cNvPr>
          <p:cNvSpPr txBox="1"/>
          <p:nvPr/>
        </p:nvSpPr>
        <p:spPr>
          <a:xfrm>
            <a:off x="609600" y="557784"/>
            <a:ext cx="10972800" cy="1446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dirty="0">
                <a:latin typeface="+mj-lt"/>
                <a:ea typeface="+mj-ea"/>
                <a:cs typeface="+mj-cs"/>
              </a:rPr>
              <a:t>Види контролю</a:t>
            </a:r>
            <a:endParaRPr lang="en-US" sz="44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44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9010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146CCC8-AA39-4037-B3E2-70602B93F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65446-5CC9-82D3-2121-00AF34EADD81}"/>
              </a:ext>
            </a:extLst>
          </p:cNvPr>
          <p:cNvSpPr txBox="1"/>
          <p:nvPr/>
        </p:nvSpPr>
        <p:spPr>
          <a:xfrm>
            <a:off x="562271" y="810563"/>
            <a:ext cx="3705572" cy="54092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Цілі</a:t>
            </a:r>
            <a:r>
              <a:rPr lang="en-US" sz="4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4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контролю</a:t>
            </a:r>
            <a:endParaRPr lang="en-US" sz="44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837D4FC2-B734-DE70-13AD-F56A721618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4223907"/>
              </p:ext>
            </p:extLst>
          </p:nvPr>
        </p:nvGraphicFramePr>
        <p:xfrm>
          <a:off x="4251612" y="522090"/>
          <a:ext cx="6623102" cy="5813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7700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9E6557-0E93-4B4F-8AD1-1A7E3870C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B84358-2894-45F1-8753-B1EC1E593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8517" y="-2"/>
            <a:ext cx="7742945" cy="6858001"/>
          </a:xfrm>
          <a:custGeom>
            <a:avLst/>
            <a:gdLst>
              <a:gd name="connsiteX0" fmla="*/ 615190 w 7742945"/>
              <a:gd name="connsiteY0" fmla="*/ 3536636 h 6858001"/>
              <a:gd name="connsiteX1" fmla="*/ 1124778 w 7742945"/>
              <a:gd name="connsiteY1" fmla="*/ 4046224 h 6858001"/>
              <a:gd name="connsiteX2" fmla="*/ 615190 w 7742945"/>
              <a:gd name="connsiteY2" fmla="*/ 4555812 h 6858001"/>
              <a:gd name="connsiteX3" fmla="*/ 105602 w 7742945"/>
              <a:gd name="connsiteY3" fmla="*/ 4046224 h 6858001"/>
              <a:gd name="connsiteX4" fmla="*/ 615190 w 7742945"/>
              <a:gd name="connsiteY4" fmla="*/ 3536636 h 6858001"/>
              <a:gd name="connsiteX5" fmla="*/ 14543 w 7742945"/>
              <a:gd name="connsiteY5" fmla="*/ 1 h 6858001"/>
              <a:gd name="connsiteX6" fmla="*/ 879351 w 7742945"/>
              <a:gd name="connsiteY6" fmla="*/ 1 h 6858001"/>
              <a:gd name="connsiteX7" fmla="*/ 892053 w 7742945"/>
              <a:gd name="connsiteY7" fmla="*/ 78053 h 6858001"/>
              <a:gd name="connsiteX8" fmla="*/ 561940 w 7742945"/>
              <a:gd name="connsiteY8" fmla="*/ 535444 h 6858001"/>
              <a:gd name="connsiteX9" fmla="*/ 15319 w 7742945"/>
              <a:gd name="connsiteY9" fmla="*/ 219853 h 6858001"/>
              <a:gd name="connsiteX10" fmla="*/ 4234 w 7742945"/>
              <a:gd name="connsiteY10" fmla="*/ 42970 h 6858001"/>
              <a:gd name="connsiteX11" fmla="*/ 2617781 w 7742945"/>
              <a:gd name="connsiteY11" fmla="*/ 0 h 6858001"/>
              <a:gd name="connsiteX12" fmla="*/ 7742945 w 7742945"/>
              <a:gd name="connsiteY12" fmla="*/ 0 h 6858001"/>
              <a:gd name="connsiteX13" fmla="*/ 7742945 w 7742945"/>
              <a:gd name="connsiteY13" fmla="*/ 6858000 h 6858001"/>
              <a:gd name="connsiteX14" fmla="*/ 5726653 w 7742945"/>
              <a:gd name="connsiteY14" fmla="*/ 6858000 h 6858001"/>
              <a:gd name="connsiteX15" fmla="*/ 5726653 w 7742945"/>
              <a:gd name="connsiteY15" fmla="*/ 6858001 h 6858001"/>
              <a:gd name="connsiteX16" fmla="*/ 311757 w 7742945"/>
              <a:gd name="connsiteY16" fmla="*/ 6858001 h 6858001"/>
              <a:gd name="connsiteX17" fmla="*/ 314130 w 7742945"/>
              <a:gd name="connsiteY17" fmla="*/ 6707671 h 6858001"/>
              <a:gd name="connsiteX18" fmla="*/ 599702 w 7742945"/>
              <a:gd name="connsiteY18" fmla="*/ 5670859 h 6858001"/>
              <a:gd name="connsiteX19" fmla="*/ 1211433 w 7742945"/>
              <a:gd name="connsiteY19" fmla="*/ 4641256 h 6858001"/>
              <a:gd name="connsiteX20" fmla="*/ 1053041 w 7742945"/>
              <a:gd name="connsiteY20" fmla="*/ 3164270 h 6858001"/>
              <a:gd name="connsiteX21" fmla="*/ 607048 w 7742945"/>
              <a:gd name="connsiteY21" fmla="*/ 2589406 h 6858001"/>
              <a:gd name="connsiteX22" fmla="*/ 1054915 w 7742945"/>
              <a:gd name="connsiteY22" fmla="*/ 1068100 h 6858001"/>
              <a:gd name="connsiteX23" fmla="*/ 1502877 w 7742945"/>
              <a:gd name="connsiteY23" fmla="*/ 419996 h 6858001"/>
              <a:gd name="connsiteX24" fmla="*/ 1505904 w 7742945"/>
              <a:gd name="connsiteY24" fmla="*/ 184997 h 6858001"/>
              <a:gd name="connsiteX25" fmla="*/ 1497780 w 7742945"/>
              <a:gd name="connsiteY25" fmla="*/ 1 h 6858001"/>
              <a:gd name="connsiteX26" fmla="*/ 2617781 w 7742945"/>
              <a:gd name="connsiteY26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742945" h="6858001">
                <a:moveTo>
                  <a:pt x="615190" y="3536636"/>
                </a:moveTo>
                <a:cubicBezTo>
                  <a:pt x="896628" y="3536636"/>
                  <a:pt x="1124778" y="3764786"/>
                  <a:pt x="1124778" y="4046224"/>
                </a:cubicBezTo>
                <a:cubicBezTo>
                  <a:pt x="1124778" y="4327662"/>
                  <a:pt x="896628" y="4555812"/>
                  <a:pt x="615190" y="4555812"/>
                </a:cubicBezTo>
                <a:cubicBezTo>
                  <a:pt x="333752" y="4555812"/>
                  <a:pt x="105602" y="4327662"/>
                  <a:pt x="105602" y="4046224"/>
                </a:cubicBezTo>
                <a:cubicBezTo>
                  <a:pt x="105602" y="3764786"/>
                  <a:pt x="333752" y="3536636"/>
                  <a:pt x="615190" y="3536636"/>
                </a:cubicBezTo>
                <a:close/>
                <a:moveTo>
                  <a:pt x="14543" y="1"/>
                </a:moveTo>
                <a:lnTo>
                  <a:pt x="879351" y="1"/>
                </a:lnTo>
                <a:lnTo>
                  <a:pt x="892053" y="78053"/>
                </a:lnTo>
                <a:cubicBezTo>
                  <a:pt x="904492" y="285272"/>
                  <a:pt x="770271" y="479622"/>
                  <a:pt x="561940" y="535444"/>
                </a:cubicBezTo>
                <a:cubicBezTo>
                  <a:pt x="323846" y="599241"/>
                  <a:pt x="79116" y="457946"/>
                  <a:pt x="15319" y="219853"/>
                </a:cubicBezTo>
                <a:cubicBezTo>
                  <a:pt x="-631" y="160330"/>
                  <a:pt x="-3762" y="100392"/>
                  <a:pt x="4234" y="42970"/>
                </a:cubicBezTo>
                <a:close/>
                <a:moveTo>
                  <a:pt x="2617781" y="0"/>
                </a:moveTo>
                <a:lnTo>
                  <a:pt x="7742945" y="0"/>
                </a:lnTo>
                <a:lnTo>
                  <a:pt x="7742945" y="6858000"/>
                </a:lnTo>
                <a:lnTo>
                  <a:pt x="5726653" y="6858000"/>
                </a:lnTo>
                <a:lnTo>
                  <a:pt x="5726653" y="6858001"/>
                </a:lnTo>
                <a:lnTo>
                  <a:pt x="311757" y="6858001"/>
                </a:lnTo>
                <a:lnTo>
                  <a:pt x="314130" y="6707671"/>
                </a:lnTo>
                <a:cubicBezTo>
                  <a:pt x="335132" y="6366410"/>
                  <a:pt x="433651" y="6019043"/>
                  <a:pt x="599702" y="5670859"/>
                </a:cubicBezTo>
                <a:cubicBezTo>
                  <a:pt x="770257" y="5311557"/>
                  <a:pt x="1010813" y="4986833"/>
                  <a:pt x="1211433" y="4641256"/>
                </a:cubicBezTo>
                <a:cubicBezTo>
                  <a:pt x="1493036" y="4154457"/>
                  <a:pt x="1511835" y="3622745"/>
                  <a:pt x="1053041" y="3164270"/>
                </a:cubicBezTo>
                <a:cubicBezTo>
                  <a:pt x="881977" y="2993265"/>
                  <a:pt x="700422" y="2805524"/>
                  <a:pt x="607048" y="2589406"/>
                </a:cubicBezTo>
                <a:cubicBezTo>
                  <a:pt x="366279" y="2032159"/>
                  <a:pt x="541125" y="1508062"/>
                  <a:pt x="1054915" y="1068100"/>
                </a:cubicBezTo>
                <a:cubicBezTo>
                  <a:pt x="1261027" y="891536"/>
                  <a:pt x="1489688" y="709489"/>
                  <a:pt x="1502877" y="419996"/>
                </a:cubicBezTo>
                <a:cubicBezTo>
                  <a:pt x="1506389" y="341911"/>
                  <a:pt x="1507262" y="263521"/>
                  <a:pt x="1505904" y="184997"/>
                </a:cubicBezTo>
                <a:lnTo>
                  <a:pt x="1497780" y="1"/>
                </a:lnTo>
                <a:lnTo>
                  <a:pt x="261778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C61A8-43D3-41BD-1F7C-74382D6A45FD}"/>
              </a:ext>
            </a:extLst>
          </p:cNvPr>
          <p:cNvSpPr txBox="1"/>
          <p:nvPr/>
        </p:nvSpPr>
        <p:spPr>
          <a:xfrm>
            <a:off x="5402231" y="1255291"/>
            <a:ext cx="6237368" cy="2815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uk-UA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Аналіз ІТ-інфраструктури та процесів</a:t>
            </a:r>
            <a:endParaRPr lang="ru-UA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uk-UA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Визначення критичних активів та їх значення для бізнесу</a:t>
            </a:r>
            <a:endParaRPr lang="ru-UA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uk-UA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Виявлення потенційних загроз, як внутрішніх, так і зовнішніх</a:t>
            </a:r>
            <a:endParaRPr lang="ru-UA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uk-UA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Оцінка вразливостей систем</a:t>
            </a:r>
            <a:endParaRPr lang="ru-UA" sz="20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extBox 1">
            <a:extLst>
              <a:ext uri="{FF2B5EF4-FFF2-40B4-BE49-F238E27FC236}">
                <a16:creationId xmlns:a16="http://schemas.microsoft.com/office/drawing/2014/main" id="{C0F8BBA0-974D-F9FD-3D3C-188DEA7EBE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9208490"/>
              </p:ext>
            </p:extLst>
          </p:nvPr>
        </p:nvGraphicFramePr>
        <p:xfrm>
          <a:off x="0" y="232968"/>
          <a:ext cx="5402231" cy="3726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1807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46C5F3-4EAC-473B-BD72-1219E833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2231725-D083-4E0F-9428-1C263518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65446-5CC9-82D3-2121-00AF34EADD81}"/>
              </a:ext>
            </a:extLst>
          </p:cNvPr>
          <p:cNvSpPr txBox="1"/>
          <p:nvPr/>
        </p:nvSpPr>
        <p:spPr>
          <a:xfrm>
            <a:off x="609600" y="557784"/>
            <a:ext cx="10972800" cy="1446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Оцінка</a:t>
            </a:r>
            <a:r>
              <a:rPr lang="en-US" sz="4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ризиків</a:t>
            </a:r>
            <a:endParaRPr lang="en-US" sz="44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44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BC3E76E6-7EF5-2442-5443-4A0EF27B65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929157"/>
              </p:ext>
            </p:extLst>
          </p:nvPr>
        </p:nvGraphicFramePr>
        <p:xfrm>
          <a:off x="609600" y="2923750"/>
          <a:ext cx="10972800" cy="321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9203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46C5F3-4EAC-473B-BD72-1219E833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2231725-D083-4E0F-9428-1C263518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10C8E5-E636-E4AB-CC0A-6EA8585CE3E6}"/>
              </a:ext>
            </a:extLst>
          </p:cNvPr>
          <p:cNvSpPr txBox="1"/>
          <p:nvPr/>
        </p:nvSpPr>
        <p:spPr>
          <a:xfrm>
            <a:off x="5748822" y="809734"/>
            <a:ext cx="5220930" cy="2230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uk-UA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</a:t>
            </a:r>
            <a:r>
              <a:rPr lang="uk-UA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ереваги:</a:t>
            </a:r>
            <a:endParaRPr lang="ru-UA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uk-U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Підвищення безпеки та надійності ІТ-систем</a:t>
            </a:r>
            <a:endParaRPr lang="ru-UA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uk-U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Покращення відповідності регулярним вимогам</a:t>
            </a:r>
            <a:endParaRPr lang="ru-UA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uk-U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Оптимізація використання ресурсів</a:t>
            </a:r>
            <a:endParaRPr lang="ru-UA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uk-U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Підвищення ефективності бізнес-процесів</a:t>
            </a:r>
            <a:endParaRPr lang="ru-UA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Групувати 14">
            <a:extLst>
              <a:ext uri="{FF2B5EF4-FFF2-40B4-BE49-F238E27FC236}">
                <a16:creationId xmlns:a16="http://schemas.microsoft.com/office/drawing/2014/main" id="{A19AAB69-55B2-8044-C7F4-0709A544E873}"/>
              </a:ext>
            </a:extLst>
          </p:cNvPr>
          <p:cNvGrpSpPr/>
          <p:nvPr/>
        </p:nvGrpSpPr>
        <p:grpSpPr>
          <a:xfrm>
            <a:off x="427655" y="2648075"/>
            <a:ext cx="4621208" cy="2846483"/>
            <a:chOff x="72727" y="3672978"/>
            <a:chExt cx="4167514" cy="1322689"/>
          </a:xfrm>
        </p:grpSpPr>
        <p:sp>
          <p:nvSpPr>
            <p:cNvPr id="17" name="Прямокутник: округлені кути 16">
              <a:extLst>
                <a:ext uri="{FF2B5EF4-FFF2-40B4-BE49-F238E27FC236}">
                  <a16:creationId xmlns:a16="http://schemas.microsoft.com/office/drawing/2014/main" id="{B2BDA7C2-728A-18A1-5F66-6C1885698AD4}"/>
                </a:ext>
              </a:extLst>
            </p:cNvPr>
            <p:cNvSpPr/>
            <p:nvPr/>
          </p:nvSpPr>
          <p:spPr>
            <a:xfrm>
              <a:off x="72727" y="3672978"/>
              <a:ext cx="1786077" cy="113415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ru-UA"/>
            </a:p>
          </p:txBody>
        </p:sp>
        <p:sp>
          <p:nvSpPr>
            <p:cNvPr id="21" name="Полілінія: фігура 20">
              <a:extLst>
                <a:ext uri="{FF2B5EF4-FFF2-40B4-BE49-F238E27FC236}">
                  <a16:creationId xmlns:a16="http://schemas.microsoft.com/office/drawing/2014/main" id="{C7CFB631-D4F8-9581-E188-08D8CD8042D9}"/>
                </a:ext>
              </a:extLst>
            </p:cNvPr>
            <p:cNvSpPr/>
            <p:nvPr/>
          </p:nvSpPr>
          <p:spPr>
            <a:xfrm>
              <a:off x="271180" y="3861509"/>
              <a:ext cx="1786077" cy="1134158"/>
            </a:xfrm>
            <a:custGeom>
              <a:avLst/>
              <a:gdLst>
                <a:gd name="connsiteX0" fmla="*/ 0 w 1786077"/>
                <a:gd name="connsiteY0" fmla="*/ 113416 h 1134158"/>
                <a:gd name="connsiteX1" fmla="*/ 113416 w 1786077"/>
                <a:gd name="connsiteY1" fmla="*/ 0 h 1134158"/>
                <a:gd name="connsiteX2" fmla="*/ 1672661 w 1786077"/>
                <a:gd name="connsiteY2" fmla="*/ 0 h 1134158"/>
                <a:gd name="connsiteX3" fmla="*/ 1786077 w 1786077"/>
                <a:gd name="connsiteY3" fmla="*/ 113416 h 1134158"/>
                <a:gd name="connsiteX4" fmla="*/ 1786077 w 1786077"/>
                <a:gd name="connsiteY4" fmla="*/ 1020742 h 1134158"/>
                <a:gd name="connsiteX5" fmla="*/ 1672661 w 1786077"/>
                <a:gd name="connsiteY5" fmla="*/ 1134158 h 1134158"/>
                <a:gd name="connsiteX6" fmla="*/ 113416 w 1786077"/>
                <a:gd name="connsiteY6" fmla="*/ 1134158 h 1134158"/>
                <a:gd name="connsiteX7" fmla="*/ 0 w 1786077"/>
                <a:gd name="connsiteY7" fmla="*/ 1020742 h 1134158"/>
                <a:gd name="connsiteX8" fmla="*/ 0 w 1786077"/>
                <a:gd name="connsiteY8" fmla="*/ 113416 h 113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6077" h="1134158">
                  <a:moveTo>
                    <a:pt x="0" y="113416"/>
                  </a:moveTo>
                  <a:cubicBezTo>
                    <a:pt x="0" y="50778"/>
                    <a:pt x="50778" y="0"/>
                    <a:pt x="113416" y="0"/>
                  </a:cubicBezTo>
                  <a:lnTo>
                    <a:pt x="1672661" y="0"/>
                  </a:lnTo>
                  <a:cubicBezTo>
                    <a:pt x="1735299" y="0"/>
                    <a:pt x="1786077" y="50778"/>
                    <a:pt x="1786077" y="113416"/>
                  </a:cubicBezTo>
                  <a:lnTo>
                    <a:pt x="1786077" y="1020742"/>
                  </a:lnTo>
                  <a:cubicBezTo>
                    <a:pt x="1786077" y="1083380"/>
                    <a:pt x="1735299" y="1134158"/>
                    <a:pt x="1672661" y="1134158"/>
                  </a:cubicBezTo>
                  <a:lnTo>
                    <a:pt x="113416" y="1134158"/>
                  </a:lnTo>
                  <a:cubicBezTo>
                    <a:pt x="50778" y="1134158"/>
                    <a:pt x="0" y="1083380"/>
                    <a:pt x="0" y="1020742"/>
                  </a:cubicBezTo>
                  <a:lnTo>
                    <a:pt x="0" y="11341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748" tIns="82748" rIns="82748" bIns="82748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uk-UA" sz="1300" kern="1200"/>
                <a:t>Уникнення</a:t>
              </a:r>
              <a:br>
                <a:rPr lang="uk-UA" sz="1300" kern="1200"/>
              </a:br>
              <a:br>
                <a:rPr lang="uk-UA" sz="1300" kern="1200"/>
              </a:br>
              <a:r>
                <a:rPr lang="uk-UA" sz="1300" kern="1200"/>
                <a:t>Зменшення </a:t>
              </a:r>
              <a:br>
                <a:rPr lang="uk-UA" sz="1300" kern="1200"/>
              </a:br>
              <a:br>
                <a:rPr lang="uk-UA" sz="1300" kern="1200"/>
              </a:br>
              <a:r>
                <a:rPr lang="uk-UA" sz="1300" kern="1200"/>
                <a:t>Передача </a:t>
              </a:r>
              <a:endParaRPr lang="en-US" sz="1300" kern="1200"/>
            </a:p>
          </p:txBody>
        </p:sp>
        <p:sp>
          <p:nvSpPr>
            <p:cNvPr id="23" name="Прямокутник: округлені кути 22">
              <a:extLst>
                <a:ext uri="{FF2B5EF4-FFF2-40B4-BE49-F238E27FC236}">
                  <a16:creationId xmlns:a16="http://schemas.microsoft.com/office/drawing/2014/main" id="{D993663C-2BF0-7AEC-0AA5-5D3CFA3015D6}"/>
                </a:ext>
              </a:extLst>
            </p:cNvPr>
            <p:cNvSpPr/>
            <p:nvPr/>
          </p:nvSpPr>
          <p:spPr>
            <a:xfrm>
              <a:off x="2255711" y="3672978"/>
              <a:ext cx="1786077" cy="113415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ru-UA"/>
            </a:p>
          </p:txBody>
        </p:sp>
        <p:sp>
          <p:nvSpPr>
            <p:cNvPr id="25" name="Полілінія: фігура 24">
              <a:extLst>
                <a:ext uri="{FF2B5EF4-FFF2-40B4-BE49-F238E27FC236}">
                  <a16:creationId xmlns:a16="http://schemas.microsoft.com/office/drawing/2014/main" id="{C6B995A0-CEFA-679D-1416-3F06D8915769}"/>
                </a:ext>
              </a:extLst>
            </p:cNvPr>
            <p:cNvSpPr/>
            <p:nvPr/>
          </p:nvSpPr>
          <p:spPr>
            <a:xfrm>
              <a:off x="2454164" y="3861509"/>
              <a:ext cx="1786077" cy="1134158"/>
            </a:xfrm>
            <a:custGeom>
              <a:avLst/>
              <a:gdLst>
                <a:gd name="connsiteX0" fmla="*/ 0 w 1786077"/>
                <a:gd name="connsiteY0" fmla="*/ 113416 h 1134158"/>
                <a:gd name="connsiteX1" fmla="*/ 113416 w 1786077"/>
                <a:gd name="connsiteY1" fmla="*/ 0 h 1134158"/>
                <a:gd name="connsiteX2" fmla="*/ 1672661 w 1786077"/>
                <a:gd name="connsiteY2" fmla="*/ 0 h 1134158"/>
                <a:gd name="connsiteX3" fmla="*/ 1786077 w 1786077"/>
                <a:gd name="connsiteY3" fmla="*/ 113416 h 1134158"/>
                <a:gd name="connsiteX4" fmla="*/ 1786077 w 1786077"/>
                <a:gd name="connsiteY4" fmla="*/ 1020742 h 1134158"/>
                <a:gd name="connsiteX5" fmla="*/ 1672661 w 1786077"/>
                <a:gd name="connsiteY5" fmla="*/ 1134158 h 1134158"/>
                <a:gd name="connsiteX6" fmla="*/ 113416 w 1786077"/>
                <a:gd name="connsiteY6" fmla="*/ 1134158 h 1134158"/>
                <a:gd name="connsiteX7" fmla="*/ 0 w 1786077"/>
                <a:gd name="connsiteY7" fmla="*/ 1020742 h 1134158"/>
                <a:gd name="connsiteX8" fmla="*/ 0 w 1786077"/>
                <a:gd name="connsiteY8" fmla="*/ 113416 h 113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6077" h="1134158">
                  <a:moveTo>
                    <a:pt x="0" y="113416"/>
                  </a:moveTo>
                  <a:cubicBezTo>
                    <a:pt x="0" y="50778"/>
                    <a:pt x="50778" y="0"/>
                    <a:pt x="113416" y="0"/>
                  </a:cubicBezTo>
                  <a:lnTo>
                    <a:pt x="1672661" y="0"/>
                  </a:lnTo>
                  <a:cubicBezTo>
                    <a:pt x="1735299" y="0"/>
                    <a:pt x="1786077" y="50778"/>
                    <a:pt x="1786077" y="113416"/>
                  </a:cubicBezTo>
                  <a:lnTo>
                    <a:pt x="1786077" y="1020742"/>
                  </a:lnTo>
                  <a:cubicBezTo>
                    <a:pt x="1786077" y="1083380"/>
                    <a:pt x="1735299" y="1134158"/>
                    <a:pt x="1672661" y="1134158"/>
                  </a:cubicBezTo>
                  <a:lnTo>
                    <a:pt x="113416" y="1134158"/>
                  </a:lnTo>
                  <a:cubicBezTo>
                    <a:pt x="50778" y="1134158"/>
                    <a:pt x="0" y="1083380"/>
                    <a:pt x="0" y="1020742"/>
                  </a:cubicBezTo>
                  <a:lnTo>
                    <a:pt x="0" y="11341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748" tIns="82748" rIns="82748" bIns="82748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uk-UA" sz="1300" kern="1200"/>
                <a:t>Прийняття  </a:t>
              </a:r>
              <a:endParaRPr lang="en-US" sz="1300" kern="1200"/>
            </a:p>
          </p:txBody>
        </p:sp>
      </p:grpSp>
      <p:graphicFrame>
        <p:nvGraphicFramePr>
          <p:cNvPr id="32" name="TextBox 17">
            <a:extLst>
              <a:ext uri="{FF2B5EF4-FFF2-40B4-BE49-F238E27FC236}">
                <a16:creationId xmlns:a16="http://schemas.microsoft.com/office/drawing/2014/main" id="{E13FAE17-DD79-F6E0-5D3C-E756D4903A8A}"/>
              </a:ext>
            </a:extLst>
          </p:cNvPr>
          <p:cNvGraphicFramePr/>
          <p:nvPr/>
        </p:nvGraphicFramePr>
        <p:xfrm>
          <a:off x="5417573" y="3134032"/>
          <a:ext cx="6096000" cy="3061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73D9EB68-298A-C875-AF7E-36C66185F1C8}"/>
              </a:ext>
            </a:extLst>
          </p:cNvPr>
          <p:cNvSpPr txBox="1"/>
          <p:nvPr/>
        </p:nvSpPr>
        <p:spPr>
          <a:xfrm>
            <a:off x="-3049" y="86539"/>
            <a:ext cx="10972800" cy="1446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Реагування на ризики</a:t>
            </a:r>
            <a:endParaRPr lang="en-US" sz="44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44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8228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9E6557-0E93-4B4F-8AD1-1A7E3870C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0">
            <a:extLst>
              <a:ext uri="{FF2B5EF4-FFF2-40B4-BE49-F238E27FC236}">
                <a16:creationId xmlns:a16="http://schemas.microsoft.com/office/drawing/2014/main" id="{06B84358-2894-45F1-8753-B1EC1E593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8517" y="-2"/>
            <a:ext cx="7742945" cy="6858001"/>
          </a:xfrm>
          <a:custGeom>
            <a:avLst/>
            <a:gdLst>
              <a:gd name="connsiteX0" fmla="*/ 615190 w 7742945"/>
              <a:gd name="connsiteY0" fmla="*/ 3536636 h 6858001"/>
              <a:gd name="connsiteX1" fmla="*/ 1124778 w 7742945"/>
              <a:gd name="connsiteY1" fmla="*/ 4046224 h 6858001"/>
              <a:gd name="connsiteX2" fmla="*/ 615190 w 7742945"/>
              <a:gd name="connsiteY2" fmla="*/ 4555812 h 6858001"/>
              <a:gd name="connsiteX3" fmla="*/ 105602 w 7742945"/>
              <a:gd name="connsiteY3" fmla="*/ 4046224 h 6858001"/>
              <a:gd name="connsiteX4" fmla="*/ 615190 w 7742945"/>
              <a:gd name="connsiteY4" fmla="*/ 3536636 h 6858001"/>
              <a:gd name="connsiteX5" fmla="*/ 14543 w 7742945"/>
              <a:gd name="connsiteY5" fmla="*/ 1 h 6858001"/>
              <a:gd name="connsiteX6" fmla="*/ 879351 w 7742945"/>
              <a:gd name="connsiteY6" fmla="*/ 1 h 6858001"/>
              <a:gd name="connsiteX7" fmla="*/ 892053 w 7742945"/>
              <a:gd name="connsiteY7" fmla="*/ 78053 h 6858001"/>
              <a:gd name="connsiteX8" fmla="*/ 561940 w 7742945"/>
              <a:gd name="connsiteY8" fmla="*/ 535444 h 6858001"/>
              <a:gd name="connsiteX9" fmla="*/ 15319 w 7742945"/>
              <a:gd name="connsiteY9" fmla="*/ 219853 h 6858001"/>
              <a:gd name="connsiteX10" fmla="*/ 4234 w 7742945"/>
              <a:gd name="connsiteY10" fmla="*/ 42970 h 6858001"/>
              <a:gd name="connsiteX11" fmla="*/ 2617781 w 7742945"/>
              <a:gd name="connsiteY11" fmla="*/ 0 h 6858001"/>
              <a:gd name="connsiteX12" fmla="*/ 7742945 w 7742945"/>
              <a:gd name="connsiteY12" fmla="*/ 0 h 6858001"/>
              <a:gd name="connsiteX13" fmla="*/ 7742945 w 7742945"/>
              <a:gd name="connsiteY13" fmla="*/ 6858000 h 6858001"/>
              <a:gd name="connsiteX14" fmla="*/ 5726653 w 7742945"/>
              <a:gd name="connsiteY14" fmla="*/ 6858000 h 6858001"/>
              <a:gd name="connsiteX15" fmla="*/ 5726653 w 7742945"/>
              <a:gd name="connsiteY15" fmla="*/ 6858001 h 6858001"/>
              <a:gd name="connsiteX16" fmla="*/ 311757 w 7742945"/>
              <a:gd name="connsiteY16" fmla="*/ 6858001 h 6858001"/>
              <a:gd name="connsiteX17" fmla="*/ 314130 w 7742945"/>
              <a:gd name="connsiteY17" fmla="*/ 6707671 h 6858001"/>
              <a:gd name="connsiteX18" fmla="*/ 599702 w 7742945"/>
              <a:gd name="connsiteY18" fmla="*/ 5670859 h 6858001"/>
              <a:gd name="connsiteX19" fmla="*/ 1211433 w 7742945"/>
              <a:gd name="connsiteY19" fmla="*/ 4641256 h 6858001"/>
              <a:gd name="connsiteX20" fmla="*/ 1053041 w 7742945"/>
              <a:gd name="connsiteY20" fmla="*/ 3164270 h 6858001"/>
              <a:gd name="connsiteX21" fmla="*/ 607048 w 7742945"/>
              <a:gd name="connsiteY21" fmla="*/ 2589406 h 6858001"/>
              <a:gd name="connsiteX22" fmla="*/ 1054915 w 7742945"/>
              <a:gd name="connsiteY22" fmla="*/ 1068100 h 6858001"/>
              <a:gd name="connsiteX23" fmla="*/ 1502877 w 7742945"/>
              <a:gd name="connsiteY23" fmla="*/ 419996 h 6858001"/>
              <a:gd name="connsiteX24" fmla="*/ 1505904 w 7742945"/>
              <a:gd name="connsiteY24" fmla="*/ 184997 h 6858001"/>
              <a:gd name="connsiteX25" fmla="*/ 1497780 w 7742945"/>
              <a:gd name="connsiteY25" fmla="*/ 1 h 6858001"/>
              <a:gd name="connsiteX26" fmla="*/ 2617781 w 7742945"/>
              <a:gd name="connsiteY26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742945" h="6858001">
                <a:moveTo>
                  <a:pt x="615190" y="3536636"/>
                </a:moveTo>
                <a:cubicBezTo>
                  <a:pt x="896628" y="3536636"/>
                  <a:pt x="1124778" y="3764786"/>
                  <a:pt x="1124778" y="4046224"/>
                </a:cubicBezTo>
                <a:cubicBezTo>
                  <a:pt x="1124778" y="4327662"/>
                  <a:pt x="896628" y="4555812"/>
                  <a:pt x="615190" y="4555812"/>
                </a:cubicBezTo>
                <a:cubicBezTo>
                  <a:pt x="333752" y="4555812"/>
                  <a:pt x="105602" y="4327662"/>
                  <a:pt x="105602" y="4046224"/>
                </a:cubicBezTo>
                <a:cubicBezTo>
                  <a:pt x="105602" y="3764786"/>
                  <a:pt x="333752" y="3536636"/>
                  <a:pt x="615190" y="3536636"/>
                </a:cubicBezTo>
                <a:close/>
                <a:moveTo>
                  <a:pt x="14543" y="1"/>
                </a:moveTo>
                <a:lnTo>
                  <a:pt x="879351" y="1"/>
                </a:lnTo>
                <a:lnTo>
                  <a:pt x="892053" y="78053"/>
                </a:lnTo>
                <a:cubicBezTo>
                  <a:pt x="904492" y="285272"/>
                  <a:pt x="770271" y="479622"/>
                  <a:pt x="561940" y="535444"/>
                </a:cubicBezTo>
                <a:cubicBezTo>
                  <a:pt x="323846" y="599241"/>
                  <a:pt x="79116" y="457946"/>
                  <a:pt x="15319" y="219853"/>
                </a:cubicBezTo>
                <a:cubicBezTo>
                  <a:pt x="-631" y="160330"/>
                  <a:pt x="-3762" y="100392"/>
                  <a:pt x="4234" y="42970"/>
                </a:cubicBezTo>
                <a:close/>
                <a:moveTo>
                  <a:pt x="2617781" y="0"/>
                </a:moveTo>
                <a:lnTo>
                  <a:pt x="7742945" y="0"/>
                </a:lnTo>
                <a:lnTo>
                  <a:pt x="7742945" y="6858000"/>
                </a:lnTo>
                <a:lnTo>
                  <a:pt x="5726653" y="6858000"/>
                </a:lnTo>
                <a:lnTo>
                  <a:pt x="5726653" y="6858001"/>
                </a:lnTo>
                <a:lnTo>
                  <a:pt x="311757" y="6858001"/>
                </a:lnTo>
                <a:lnTo>
                  <a:pt x="314130" y="6707671"/>
                </a:lnTo>
                <a:cubicBezTo>
                  <a:pt x="335132" y="6366410"/>
                  <a:pt x="433651" y="6019043"/>
                  <a:pt x="599702" y="5670859"/>
                </a:cubicBezTo>
                <a:cubicBezTo>
                  <a:pt x="770257" y="5311557"/>
                  <a:pt x="1010813" y="4986833"/>
                  <a:pt x="1211433" y="4641256"/>
                </a:cubicBezTo>
                <a:cubicBezTo>
                  <a:pt x="1493036" y="4154457"/>
                  <a:pt x="1511835" y="3622745"/>
                  <a:pt x="1053041" y="3164270"/>
                </a:cubicBezTo>
                <a:cubicBezTo>
                  <a:pt x="881977" y="2993265"/>
                  <a:pt x="700422" y="2805524"/>
                  <a:pt x="607048" y="2589406"/>
                </a:cubicBezTo>
                <a:cubicBezTo>
                  <a:pt x="366279" y="2032159"/>
                  <a:pt x="541125" y="1508062"/>
                  <a:pt x="1054915" y="1068100"/>
                </a:cubicBezTo>
                <a:cubicBezTo>
                  <a:pt x="1261027" y="891536"/>
                  <a:pt x="1489688" y="709489"/>
                  <a:pt x="1502877" y="419996"/>
                </a:cubicBezTo>
                <a:cubicBezTo>
                  <a:pt x="1506389" y="341911"/>
                  <a:pt x="1507262" y="263521"/>
                  <a:pt x="1505904" y="184997"/>
                </a:cubicBezTo>
                <a:lnTo>
                  <a:pt x="1497780" y="1"/>
                </a:lnTo>
                <a:lnTo>
                  <a:pt x="261778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95EC3-53CD-8833-E406-082340A24002}"/>
              </a:ext>
            </a:extLst>
          </p:cNvPr>
          <p:cNvSpPr txBox="1"/>
          <p:nvPr/>
        </p:nvSpPr>
        <p:spPr>
          <a:xfrm>
            <a:off x="562271" y="810563"/>
            <a:ext cx="3705572" cy="54092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Галузеві особливості</a:t>
            </a:r>
          </a:p>
        </p:txBody>
      </p:sp>
      <p:graphicFrame>
        <p:nvGraphicFramePr>
          <p:cNvPr id="6" name="TextBox 1">
            <a:extLst>
              <a:ext uri="{FF2B5EF4-FFF2-40B4-BE49-F238E27FC236}">
                <a16:creationId xmlns:a16="http://schemas.microsoft.com/office/drawing/2014/main" id="{376F3264-92D8-4E8B-D132-BABFB4A80F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3067502"/>
              </p:ext>
            </p:extLst>
          </p:nvPr>
        </p:nvGraphicFramePr>
        <p:xfrm>
          <a:off x="6156183" y="594069"/>
          <a:ext cx="5473546" cy="4978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9199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08ADE7-EA4E-359D-DFBD-9F882F4667D8}"/>
              </a:ext>
            </a:extLst>
          </p:cNvPr>
          <p:cNvSpPr txBox="1"/>
          <p:nvPr/>
        </p:nvSpPr>
        <p:spPr>
          <a:xfrm>
            <a:off x="521109" y="1071265"/>
            <a:ext cx="10972800" cy="1446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uk-UA" sz="4400" b="1" dirty="0">
                <a:latin typeface="+mj-lt"/>
                <a:ea typeface="+mj-ea"/>
                <a:cs typeface="+mj-cs"/>
              </a:rPr>
              <a:t>Висновок</a:t>
            </a:r>
            <a:endParaRPr lang="en-US" sz="44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44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16825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35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Фон украина Изображения – скачать бесплатно на Freepik">
            <a:extLst>
              <a:ext uri="{FF2B5EF4-FFF2-40B4-BE49-F238E27FC236}">
                <a16:creationId xmlns:a16="http://schemas.microsoft.com/office/drawing/2014/main" id="{58F09F2C-70D8-D3CC-F8CD-BD69265140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/>
        </p:blipFill>
        <p:spPr bwMode="auto">
          <a:xfrm>
            <a:off x="-3049" y="10"/>
            <a:ext cx="121889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7" name="Freeform: Shape 1036">
            <a:extLst>
              <a:ext uri="{FF2B5EF4-FFF2-40B4-BE49-F238E27FC236}">
                <a16:creationId xmlns:a16="http://schemas.microsoft.com/office/drawing/2014/main" id="{21BF0945-C385-4C17-AB85-F84EA317E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534478" y="3308630"/>
            <a:ext cx="2657521" cy="3554844"/>
          </a:xfrm>
          <a:custGeom>
            <a:avLst/>
            <a:gdLst>
              <a:gd name="connsiteX0" fmla="*/ 1231997 w 3761741"/>
              <a:gd name="connsiteY0" fmla="*/ 3753085 h 5031909"/>
              <a:gd name="connsiteX1" fmla="*/ 1491504 w 3761741"/>
              <a:gd name="connsiteY1" fmla="*/ 3915246 h 5031909"/>
              <a:gd name="connsiteX2" fmla="*/ 1372239 w 3761741"/>
              <a:gd name="connsiteY2" fmla="*/ 4360348 h 5031909"/>
              <a:gd name="connsiteX3" fmla="*/ 927138 w 3761741"/>
              <a:gd name="connsiteY3" fmla="*/ 4241084 h 5031909"/>
              <a:gd name="connsiteX4" fmla="*/ 1046403 w 3761741"/>
              <a:gd name="connsiteY4" fmla="*/ 3795982 h 5031909"/>
              <a:gd name="connsiteX5" fmla="*/ 1231997 w 3761741"/>
              <a:gd name="connsiteY5" fmla="*/ 3753085 h 5031909"/>
              <a:gd name="connsiteX6" fmla="*/ 1759997 w 3761741"/>
              <a:gd name="connsiteY6" fmla="*/ 3489191 h 5031909"/>
              <a:gd name="connsiteX7" fmla="*/ 1919508 w 3761741"/>
              <a:gd name="connsiteY7" fmla="*/ 3568587 h 5031909"/>
              <a:gd name="connsiteX8" fmla="*/ 1860512 w 3761741"/>
              <a:gd name="connsiteY8" fmla="*/ 3788765 h 5031909"/>
              <a:gd name="connsiteX9" fmla="*/ 1640334 w 3761741"/>
              <a:gd name="connsiteY9" fmla="*/ 3729768 h 5031909"/>
              <a:gd name="connsiteX10" fmla="*/ 1699331 w 3761741"/>
              <a:gd name="connsiteY10" fmla="*/ 3509591 h 5031909"/>
              <a:gd name="connsiteX11" fmla="*/ 1759997 w 3761741"/>
              <a:gd name="connsiteY11" fmla="*/ 3489191 h 5031909"/>
              <a:gd name="connsiteX12" fmla="*/ 0 w 3761741"/>
              <a:gd name="connsiteY12" fmla="*/ 0 h 5031909"/>
              <a:gd name="connsiteX13" fmla="*/ 3761741 w 3761741"/>
              <a:gd name="connsiteY13" fmla="*/ 0 h 5031909"/>
              <a:gd name="connsiteX14" fmla="*/ 3681829 w 3761741"/>
              <a:gd name="connsiteY14" fmla="*/ 50256 h 5031909"/>
              <a:gd name="connsiteX15" fmla="*/ 2937684 w 3761741"/>
              <a:gd name="connsiteY15" fmla="*/ 451413 h 5031909"/>
              <a:gd name="connsiteX16" fmla="*/ 2372686 w 3761741"/>
              <a:gd name="connsiteY16" fmla="*/ 1727662 h 5031909"/>
              <a:gd name="connsiteX17" fmla="*/ 2465529 w 3761741"/>
              <a:gd name="connsiteY17" fmla="*/ 2404960 h 5031909"/>
              <a:gd name="connsiteX18" fmla="*/ 1386395 w 3761741"/>
              <a:gd name="connsiteY18" fmla="*/ 3432457 h 5031909"/>
              <a:gd name="connsiteX19" fmla="*/ 717407 w 3761741"/>
              <a:gd name="connsiteY19" fmla="*/ 3749372 h 5031909"/>
              <a:gd name="connsiteX20" fmla="*/ 322998 w 3761741"/>
              <a:gd name="connsiteY20" fmla="*/ 4542230 h 5031909"/>
              <a:gd name="connsiteX21" fmla="*/ 7948 w 3761741"/>
              <a:gd name="connsiteY21" fmla="*/ 5025561 h 5031909"/>
              <a:gd name="connsiteX22" fmla="*/ 0 w 3761741"/>
              <a:gd name="connsiteY22" fmla="*/ 5031909 h 503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761741" h="5031909">
                <a:moveTo>
                  <a:pt x="1231997" y="3753085"/>
                </a:moveTo>
                <a:cubicBezTo>
                  <a:pt x="1336336" y="3760459"/>
                  <a:pt x="1435268" y="3817843"/>
                  <a:pt x="1491504" y="3915246"/>
                </a:cubicBezTo>
                <a:cubicBezTo>
                  <a:pt x="1581482" y="4071092"/>
                  <a:pt x="1528085" y="4270371"/>
                  <a:pt x="1372239" y="4360348"/>
                </a:cubicBezTo>
                <a:cubicBezTo>
                  <a:pt x="1216394" y="4450325"/>
                  <a:pt x="1017115" y="4396929"/>
                  <a:pt x="927138" y="4241084"/>
                </a:cubicBezTo>
                <a:cubicBezTo>
                  <a:pt x="837160" y="4085238"/>
                  <a:pt x="890557" y="3885959"/>
                  <a:pt x="1046403" y="3795982"/>
                </a:cubicBezTo>
                <a:cubicBezTo>
                  <a:pt x="1104845" y="3762240"/>
                  <a:pt x="1169394" y="3748660"/>
                  <a:pt x="1231997" y="3753085"/>
                </a:cubicBezTo>
                <a:close/>
                <a:moveTo>
                  <a:pt x="1759997" y="3489191"/>
                </a:moveTo>
                <a:cubicBezTo>
                  <a:pt x="1822331" y="3481456"/>
                  <a:pt x="1886126" y="3510769"/>
                  <a:pt x="1919508" y="3568587"/>
                </a:cubicBezTo>
                <a:cubicBezTo>
                  <a:pt x="1964017" y="3645679"/>
                  <a:pt x="1937603" y="3744256"/>
                  <a:pt x="1860512" y="3788765"/>
                </a:cubicBezTo>
                <a:cubicBezTo>
                  <a:pt x="1783420" y="3833274"/>
                  <a:pt x="1684844" y="3806860"/>
                  <a:pt x="1640334" y="3729768"/>
                </a:cubicBezTo>
                <a:cubicBezTo>
                  <a:pt x="1595825" y="3652677"/>
                  <a:pt x="1622238" y="3554100"/>
                  <a:pt x="1699331" y="3509591"/>
                </a:cubicBezTo>
                <a:cubicBezTo>
                  <a:pt x="1718604" y="3498464"/>
                  <a:pt x="1739219" y="3491769"/>
                  <a:pt x="1759997" y="3489191"/>
                </a:cubicBezTo>
                <a:close/>
                <a:moveTo>
                  <a:pt x="0" y="0"/>
                </a:moveTo>
                <a:lnTo>
                  <a:pt x="3761741" y="0"/>
                </a:lnTo>
                <a:lnTo>
                  <a:pt x="3681829" y="50256"/>
                </a:lnTo>
                <a:cubicBezTo>
                  <a:pt x="3438848" y="191089"/>
                  <a:pt x="3181881" y="311202"/>
                  <a:pt x="2937684" y="451413"/>
                </a:cubicBezTo>
                <a:cubicBezTo>
                  <a:pt x="2479845" y="715229"/>
                  <a:pt x="2214753" y="1139058"/>
                  <a:pt x="2372686" y="1727662"/>
                </a:cubicBezTo>
                <a:cubicBezTo>
                  <a:pt x="2431549" y="1947175"/>
                  <a:pt x="2491082" y="2185236"/>
                  <a:pt x="2465529" y="2404960"/>
                </a:cubicBezTo>
                <a:cubicBezTo>
                  <a:pt x="2399653" y="2971510"/>
                  <a:pt x="2011160" y="3315831"/>
                  <a:pt x="1386395" y="3432457"/>
                </a:cubicBezTo>
                <a:cubicBezTo>
                  <a:pt x="1135728" y="3479297"/>
                  <a:pt x="864140" y="3520006"/>
                  <a:pt x="717407" y="3749372"/>
                </a:cubicBezTo>
                <a:cubicBezTo>
                  <a:pt x="559240" y="3996927"/>
                  <a:pt x="433133" y="4268292"/>
                  <a:pt x="322998" y="4542230"/>
                </a:cubicBezTo>
                <a:cubicBezTo>
                  <a:pt x="247175" y="4731198"/>
                  <a:pt x="151079" y="4898056"/>
                  <a:pt x="7948" y="5025561"/>
                </a:cubicBezTo>
                <a:lnTo>
                  <a:pt x="0" y="503190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08EB4-21F1-A3B7-DADE-787B2E19B3F2}"/>
              </a:ext>
            </a:extLst>
          </p:cNvPr>
          <p:cNvSpPr txBox="1"/>
          <p:nvPr/>
        </p:nvSpPr>
        <p:spPr>
          <a:xfrm>
            <a:off x="3873908" y="2428567"/>
            <a:ext cx="40607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000" dirty="0"/>
              <a:t>Дякую за увагу!</a:t>
            </a:r>
            <a:endParaRPr lang="ru-UA" sz="4000" dirty="0"/>
          </a:p>
        </p:txBody>
      </p:sp>
    </p:spTree>
    <p:extLst>
      <p:ext uri="{BB962C8B-B14F-4D97-AF65-F5344CB8AC3E}">
        <p14:creationId xmlns:p14="http://schemas.microsoft.com/office/powerpoint/2010/main" val="3106958211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767</Words>
  <Application>Microsoft Office PowerPoint</Application>
  <PresentationFormat>Широкий екран</PresentationFormat>
  <Paragraphs>113</Paragraphs>
  <Slides>21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21</vt:i4>
      </vt:variant>
    </vt:vector>
  </HeadingPairs>
  <TitlesOfParts>
    <vt:vector size="27" baseType="lpstr">
      <vt:lpstr>Aptos</vt:lpstr>
      <vt:lpstr>Arial</vt:lpstr>
      <vt:lpstr>Avenir Next LT Pro</vt:lpstr>
      <vt:lpstr>Posterama</vt:lpstr>
      <vt:lpstr>Times New Roman</vt:lpstr>
      <vt:lpstr>SplashVTI</vt:lpstr>
      <vt:lpstr>​ Презентація  З ДИСЦИПЛІНИ​ «УПРАВЛІННЯ IT-ПОСЛУГАМИ»​ НА ТЕМУ:​ Процесний підхід COBIT. Поняття контролю​ ​ ​ ​   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МІНІСТЕРСТВО ОСВІТИ ТА НАУКИ УКРАЇНИ​ ДНІПРОВСЬКИЙ НАЦІОНАЛЬНИЙ УНІВЕРСИТЕТ ІМЕНІ ОЛЕСЯ ГОНЧАРА​ ​ ТВОРЧА РОБОТА​ З ДИСЦИПЛІНИ​ «ЛЮБОВ, СТРАХ, ПРОВИНА: ІСТОРІЯ ПОЧУТТІВ ТА ЕМОЦІЙ»​ НА ТЕМУ:​ СМіх на війні​ ​ ​ ​   </dc:title>
  <dc:creator>Мовсісян Лаура Ростомівна</dc:creator>
  <cp:lastModifiedBy>Лаура Мовсисян</cp:lastModifiedBy>
  <cp:revision>4</cp:revision>
  <dcterms:created xsi:type="dcterms:W3CDTF">2024-03-06T10:56:12Z</dcterms:created>
  <dcterms:modified xsi:type="dcterms:W3CDTF">2024-09-25T09:29:49Z</dcterms:modified>
</cp:coreProperties>
</file>